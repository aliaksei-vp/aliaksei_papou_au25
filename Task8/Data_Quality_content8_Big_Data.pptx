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5.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7.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8.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9.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10.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3FA_E6601BE1.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3F9_B046FB7.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7FFFCB3D_BA5A89BC.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 id="2147483745" r:id="rId5"/>
    <p:sldMasterId id="2147483749" r:id="rId6"/>
    <p:sldMasterId id="2147483753" r:id="rId7"/>
    <p:sldMasterId id="2147483757" r:id="rId8"/>
    <p:sldMasterId id="2147483774" r:id="rId9"/>
    <p:sldMasterId id="2147483781" r:id="rId10"/>
    <p:sldMasterId id="2147483785" r:id="rId11"/>
    <p:sldMasterId id="2147483789" r:id="rId12"/>
    <p:sldMasterId id="2147483793" r:id="rId13"/>
    <p:sldMasterId id="2147483810" r:id="rId14"/>
  </p:sldMasterIdLst>
  <p:notesMasterIdLst>
    <p:notesMasterId r:id="rId50"/>
  </p:notesMasterIdLst>
  <p:handoutMasterIdLst>
    <p:handoutMasterId r:id="rId51"/>
  </p:handoutMasterIdLst>
  <p:sldIdLst>
    <p:sldId id="488" r:id="rId15"/>
    <p:sldId id="489" r:id="rId16"/>
    <p:sldId id="992" r:id="rId17"/>
    <p:sldId id="991" r:id="rId18"/>
    <p:sldId id="993" r:id="rId19"/>
    <p:sldId id="1000" r:id="rId20"/>
    <p:sldId id="2147470142" r:id="rId21"/>
    <p:sldId id="1019" r:id="rId22"/>
    <p:sldId id="1008" r:id="rId23"/>
    <p:sldId id="1018" r:id="rId24"/>
    <p:sldId id="2147470143" r:id="rId25"/>
    <p:sldId id="994" r:id="rId26"/>
    <p:sldId id="1020" r:id="rId27"/>
    <p:sldId id="1001" r:id="rId28"/>
    <p:sldId id="995" r:id="rId29"/>
    <p:sldId id="1002" r:id="rId30"/>
    <p:sldId id="1015" r:id="rId31"/>
    <p:sldId id="1013" r:id="rId32"/>
    <p:sldId id="1017" r:id="rId33"/>
    <p:sldId id="1016" r:id="rId34"/>
    <p:sldId id="996" r:id="rId35"/>
    <p:sldId id="2147470144" r:id="rId36"/>
    <p:sldId id="2147470145" r:id="rId37"/>
    <p:sldId id="997" r:id="rId38"/>
    <p:sldId id="1004" r:id="rId39"/>
    <p:sldId id="1005" r:id="rId40"/>
    <p:sldId id="998" r:id="rId41"/>
    <p:sldId id="999" r:id="rId42"/>
    <p:sldId id="2147470141" r:id="rId43"/>
    <p:sldId id="2147470146" r:id="rId44"/>
    <p:sldId id="2147470150" r:id="rId45"/>
    <p:sldId id="2147470149" r:id="rId46"/>
    <p:sldId id="2147470148" r:id="rId47"/>
    <p:sldId id="2147470147" r:id="rId48"/>
    <p:sldId id="880"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73" userDrawn="1">
          <p15:clr>
            <a:srgbClr val="A4A3A4"/>
          </p15:clr>
        </p15:guide>
        <p15:guide id="2" orient="horz" pos="764" userDrawn="1">
          <p15:clr>
            <a:srgbClr val="A4A3A4"/>
          </p15:clr>
        </p15:guide>
        <p15:guide id="3" orient="horz" pos="3544" userDrawn="1">
          <p15:clr>
            <a:srgbClr val="A4A3A4"/>
          </p15:clr>
        </p15:guide>
        <p15:guide id="4" orient="horz" pos="2159" userDrawn="1">
          <p15:clr>
            <a:srgbClr val="A4A3A4"/>
          </p15:clr>
        </p15:guide>
        <p15:guide id="5" orient="horz" pos="1374" userDrawn="1">
          <p15:clr>
            <a:srgbClr val="A4A3A4"/>
          </p15:clr>
        </p15:guide>
        <p15:guide id="6" orient="horz" pos="3699" userDrawn="1">
          <p15:clr>
            <a:srgbClr val="A4A3A4"/>
          </p15:clr>
        </p15:guide>
        <p15:guide id="7" orient="horz" pos="1151" userDrawn="1">
          <p15:clr>
            <a:srgbClr val="A4A3A4"/>
          </p15:clr>
        </p15:guide>
        <p15:guide id="8" pos="3896" userDrawn="1">
          <p15:clr>
            <a:srgbClr val="A4A3A4"/>
          </p15:clr>
        </p15:guide>
        <p15:guide id="9" pos="521" userDrawn="1">
          <p15:clr>
            <a:srgbClr val="A4A3A4"/>
          </p15:clr>
        </p15:guide>
        <p15:guide id="10" pos="4211" userDrawn="1">
          <p15:clr>
            <a:srgbClr val="A4A3A4"/>
          </p15:clr>
        </p15:guide>
        <p15:guide id="11" pos="7299" userDrawn="1">
          <p15:clr>
            <a:srgbClr val="A4A3A4"/>
          </p15:clr>
        </p15:guide>
        <p15:guide id="12" pos="5316" userDrawn="1">
          <p15:clr>
            <a:srgbClr val="A4A3A4"/>
          </p15:clr>
        </p15:guide>
        <p15:guide id="13" pos="291" userDrawn="1">
          <p15:clr>
            <a:srgbClr val="A4A3A4"/>
          </p15:clr>
        </p15:guide>
        <p15:guide id="14" pos="343" userDrawn="1">
          <p15:clr>
            <a:srgbClr val="A4A3A4"/>
          </p15:clr>
        </p15:guide>
        <p15:guide id="15" pos="6809" userDrawn="1">
          <p15:clr>
            <a:srgbClr val="A4A3A4"/>
          </p15:clr>
        </p15:guide>
        <p15:guide id="16" pos="6888" userDrawn="1">
          <p15:clr>
            <a:srgbClr val="A4A3A4"/>
          </p15:clr>
        </p15:guide>
        <p15:guide id="17" pos="647" userDrawn="1">
          <p15:clr>
            <a:srgbClr val="A4A3A4"/>
          </p15:clr>
        </p15:guide>
        <p15:guide id="18" orient="horz" pos="1167" userDrawn="1">
          <p15:clr>
            <a:srgbClr val="A4A3A4"/>
          </p15:clr>
        </p15:guide>
        <p15:guide id="19" pos="3949" userDrawn="1">
          <p15:clr>
            <a:srgbClr val="A4A3A4"/>
          </p15:clr>
        </p15:guide>
        <p15:guide id="20" pos="344" userDrawn="1">
          <p15:clr>
            <a:srgbClr val="A4A3A4"/>
          </p15:clr>
        </p15:guide>
        <p15:guide id="21" pos="726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525345C-4B8D-11DE-DEE1-89A3B50A7EBE}" name="Artsem Varyvoda" initials="AV" userId="S::Artsem_Varyvoda@epam.com::e811eea5-1484-46c1-aae1-45a17c180a8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lex" initials="A" lastIdx="64" clrIdx="0"/>
  <p:cmAuthor id="2" name="Jillian Baum" initials="" lastIdx="0"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9CB1"/>
    <a:srgbClr val="5DCDDE"/>
    <a:srgbClr val="CCCCCC"/>
    <a:srgbClr val="999999"/>
    <a:srgbClr val="798657"/>
    <a:srgbClr val="A3C644"/>
    <a:srgbClr val="E6E6E6"/>
    <a:srgbClr val="1A9CB0"/>
    <a:srgbClr val="2FC2D9"/>
    <a:srgbClr val="4645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253A1E-8CC3-4751-AA64-F75DA2408664}" v="90" dt="2023-04-26T10:22:06.802"/>
    <p1510:client id="{DB6D6E0C-738E-6AEC-5CFF-7426677482B8}" v="2" dt="2023-05-03T09:54:03.40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37" autoAdjust="0"/>
    <p:restoredTop sz="83110" autoAdjust="0"/>
  </p:normalViewPr>
  <p:slideViewPr>
    <p:cSldViewPr snapToGrid="0">
      <p:cViewPr varScale="1">
        <p:scale>
          <a:sx n="55" d="100"/>
          <a:sy n="55" d="100"/>
        </p:scale>
        <p:origin x="304" y="28"/>
      </p:cViewPr>
      <p:guideLst>
        <p:guide orient="horz" pos="373"/>
        <p:guide orient="horz" pos="764"/>
        <p:guide orient="horz" pos="3544"/>
        <p:guide orient="horz" pos="2159"/>
        <p:guide orient="horz" pos="1374"/>
        <p:guide orient="horz" pos="3699"/>
        <p:guide orient="horz" pos="1151"/>
        <p:guide pos="3896"/>
        <p:guide pos="521"/>
        <p:guide pos="4211"/>
        <p:guide pos="7299"/>
        <p:guide pos="5316"/>
        <p:guide pos="291"/>
        <p:guide pos="343"/>
        <p:guide pos="6809"/>
        <p:guide pos="6888"/>
        <p:guide pos="647"/>
        <p:guide orient="horz" pos="1167"/>
        <p:guide pos="3949"/>
        <p:guide pos="344"/>
        <p:guide pos="7261"/>
      </p:guideLst>
    </p:cSldViewPr>
  </p:slideViewPr>
  <p:outlineViewPr>
    <p:cViewPr>
      <p:scale>
        <a:sx n="33" d="100"/>
        <a:sy n="33" d="100"/>
      </p:scale>
      <p:origin x="0" y="0"/>
    </p:cViewPr>
  </p:outlineViewPr>
  <p:notesTextViewPr>
    <p:cViewPr>
      <p:scale>
        <a:sx n="66" d="100"/>
        <a:sy n="66" d="100"/>
      </p:scale>
      <p:origin x="0" y="0"/>
    </p:cViewPr>
  </p:notesTextViewPr>
  <p:sorterViewPr>
    <p:cViewPr>
      <p:scale>
        <a:sx n="124" d="100"/>
        <a:sy n="124"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4.xml"/><Relationship Id="rId26" Type="http://schemas.openxmlformats.org/officeDocument/2006/relationships/slide" Target="slides/slide12.xml"/><Relationship Id="rId39" Type="http://schemas.openxmlformats.org/officeDocument/2006/relationships/slide" Target="slides/slide25.xml"/><Relationship Id="rId21" Type="http://schemas.openxmlformats.org/officeDocument/2006/relationships/slide" Target="slides/slide7.xml"/><Relationship Id="rId34" Type="http://schemas.openxmlformats.org/officeDocument/2006/relationships/slide" Target="slides/slide20.xml"/><Relationship Id="rId42" Type="http://schemas.openxmlformats.org/officeDocument/2006/relationships/slide" Target="slides/slide28.xml"/><Relationship Id="rId47" Type="http://schemas.openxmlformats.org/officeDocument/2006/relationships/slide" Target="slides/slide33.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2.xml"/><Relationship Id="rId29" Type="http://schemas.openxmlformats.org/officeDocument/2006/relationships/slide" Target="slides/slide15.xml"/><Relationship Id="rId11" Type="http://schemas.openxmlformats.org/officeDocument/2006/relationships/slideMaster" Target="slideMasters/slideMaster8.xml"/><Relationship Id="rId24" Type="http://schemas.openxmlformats.org/officeDocument/2006/relationships/slide" Target="slides/slide10.xml"/><Relationship Id="rId32" Type="http://schemas.openxmlformats.org/officeDocument/2006/relationships/slide" Target="slides/slide18.xml"/><Relationship Id="rId37" Type="http://schemas.openxmlformats.org/officeDocument/2006/relationships/slide" Target="slides/slide23.xml"/><Relationship Id="rId40" Type="http://schemas.openxmlformats.org/officeDocument/2006/relationships/slide" Target="slides/slide26.xml"/><Relationship Id="rId45" Type="http://schemas.openxmlformats.org/officeDocument/2006/relationships/slide" Target="slides/slide31.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slide" Target="slides/slide21.xml"/><Relationship Id="rId43" Type="http://schemas.openxmlformats.org/officeDocument/2006/relationships/slide" Target="slides/slide29.xml"/><Relationship Id="rId48" Type="http://schemas.openxmlformats.org/officeDocument/2006/relationships/slide" Target="slides/slide34.xml"/><Relationship Id="rId56"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slide" Target="slides/slide24.xml"/><Relationship Id="rId46" Type="http://schemas.openxmlformats.org/officeDocument/2006/relationships/slide" Target="slides/slide32.xml"/><Relationship Id="rId59" Type="http://schemas.microsoft.com/office/2018/10/relationships/authors" Target="authors.xml"/><Relationship Id="rId20" Type="http://schemas.openxmlformats.org/officeDocument/2006/relationships/slide" Target="slides/slide6.xml"/><Relationship Id="rId41" Type="http://schemas.openxmlformats.org/officeDocument/2006/relationships/slide" Target="slides/slide2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slide" Target="slides/slide22.xml"/><Relationship Id="rId49" Type="http://schemas.openxmlformats.org/officeDocument/2006/relationships/slide" Target="slides/slide35.xml"/><Relationship Id="rId57" Type="http://schemas.microsoft.com/office/2016/11/relationships/changesInfo" Target="changesInfos/changesInfo1.xml"/><Relationship Id="rId10" Type="http://schemas.openxmlformats.org/officeDocument/2006/relationships/slideMaster" Target="slideMasters/slideMaster7.xml"/><Relationship Id="rId31" Type="http://schemas.openxmlformats.org/officeDocument/2006/relationships/slide" Target="slides/slide17.xml"/><Relationship Id="rId44" Type="http://schemas.openxmlformats.org/officeDocument/2006/relationships/slide" Target="slides/slide30.xml"/><Relationship Id="rId5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tsem Varyvoda" userId="S::artsem_varyvoda@epam.com::e811eea5-1484-46c1-aae1-45a17c180a84" providerId="AD" clId="Web-{DB6D6E0C-738E-6AEC-5CFF-7426677482B8}"/>
    <pc:docChg chg="modSld">
      <pc:chgData name="Artsem Varyvoda" userId="S::artsem_varyvoda@epam.com::e811eea5-1484-46c1-aae1-45a17c180a84" providerId="AD" clId="Web-{DB6D6E0C-738E-6AEC-5CFF-7426677482B8}" dt="2023-05-03T09:54:02.963" v="0" actId="20577"/>
      <pc:docMkLst>
        <pc:docMk/>
      </pc:docMkLst>
      <pc:sldChg chg="modSp">
        <pc:chgData name="Artsem Varyvoda" userId="S::artsem_varyvoda@epam.com::e811eea5-1484-46c1-aae1-45a17c180a84" providerId="AD" clId="Web-{DB6D6E0C-738E-6AEC-5CFF-7426677482B8}" dt="2023-05-03T09:54:02.963" v="0" actId="20577"/>
        <pc:sldMkLst>
          <pc:docMk/>
          <pc:sldMk cId="710190559" sldId="1005"/>
        </pc:sldMkLst>
        <pc:spChg chg="mod">
          <ac:chgData name="Artsem Varyvoda" userId="S::artsem_varyvoda@epam.com::e811eea5-1484-46c1-aae1-45a17c180a84" providerId="AD" clId="Web-{DB6D6E0C-738E-6AEC-5CFF-7426677482B8}" dt="2023-05-03T09:54:02.963" v="0" actId="20577"/>
          <ac:spMkLst>
            <pc:docMk/>
            <pc:sldMk cId="710190559" sldId="1005"/>
            <ac:spMk id="4" creationId="{AF1743EB-3136-44E4-BB6C-C84A4927E2F1}"/>
          </ac:spMkLst>
        </pc:spChg>
      </pc:sldChg>
    </pc:docChg>
  </pc:docChgLst>
  <pc:docChgLst>
    <pc:chgData name="Valentin Tarasov" userId="d425d127-2eed-4d29-ba8b-bffe0c097195" providerId="ADAL" clId="{C9253A1E-8CC3-4751-AA64-F75DA2408664}"/>
    <pc:docChg chg="undo custSel addSld delSld modSld sldOrd">
      <pc:chgData name="Valentin Tarasov" userId="d425d127-2eed-4d29-ba8b-bffe0c097195" providerId="ADAL" clId="{C9253A1E-8CC3-4751-AA64-F75DA2408664}" dt="2023-04-30T11:44:50.041" v="1854"/>
      <pc:docMkLst>
        <pc:docMk/>
      </pc:docMkLst>
      <pc:sldChg chg="addSp delSp modSp mod">
        <pc:chgData name="Valentin Tarasov" userId="d425d127-2eed-4d29-ba8b-bffe0c097195" providerId="ADAL" clId="{C9253A1E-8CC3-4751-AA64-F75DA2408664}" dt="2023-04-24T19:37:09.271" v="807" actId="1076"/>
        <pc:sldMkLst>
          <pc:docMk/>
          <pc:sldMk cId="2725495782" sldId="999"/>
        </pc:sldMkLst>
        <pc:spChg chg="mod">
          <ac:chgData name="Valentin Tarasov" userId="d425d127-2eed-4d29-ba8b-bffe0c097195" providerId="ADAL" clId="{C9253A1E-8CC3-4751-AA64-F75DA2408664}" dt="2023-04-24T19:22:42.431" v="756" actId="20577"/>
          <ac:spMkLst>
            <pc:docMk/>
            <pc:sldMk cId="2725495782" sldId="999"/>
            <ac:spMk id="6" creationId="{D3BA2C7D-9B91-4693-88E8-37BE3860B289}"/>
          </ac:spMkLst>
        </pc:spChg>
        <pc:spChg chg="add mod">
          <ac:chgData name="Valentin Tarasov" userId="d425d127-2eed-4d29-ba8b-bffe0c097195" providerId="ADAL" clId="{C9253A1E-8CC3-4751-AA64-F75DA2408664}" dt="2023-04-24T19:37:09.271" v="807" actId="1076"/>
          <ac:spMkLst>
            <pc:docMk/>
            <pc:sldMk cId="2725495782" sldId="999"/>
            <ac:spMk id="8" creationId="{38B8B9E4-0A70-95B9-7DCA-0F29FA0A4725}"/>
          </ac:spMkLst>
        </pc:spChg>
        <pc:picChg chg="add mod">
          <ac:chgData name="Valentin Tarasov" userId="d425d127-2eed-4d29-ba8b-bffe0c097195" providerId="ADAL" clId="{C9253A1E-8CC3-4751-AA64-F75DA2408664}" dt="2023-04-24T19:22:49.272" v="759" actId="1076"/>
          <ac:picMkLst>
            <pc:docMk/>
            <pc:sldMk cId="2725495782" sldId="999"/>
            <ac:picMk id="3" creationId="{C8E485E3-A3D8-54EB-BFDB-50E0DA0CAAAD}"/>
          </ac:picMkLst>
        </pc:picChg>
        <pc:picChg chg="add del mod">
          <ac:chgData name="Valentin Tarasov" userId="d425d127-2eed-4d29-ba8b-bffe0c097195" providerId="ADAL" clId="{C9253A1E-8CC3-4751-AA64-F75DA2408664}" dt="2023-04-24T19:35:19.672" v="797" actId="478"/>
          <ac:picMkLst>
            <pc:docMk/>
            <pc:sldMk cId="2725495782" sldId="999"/>
            <ac:picMk id="7" creationId="{C9E660EB-7DF1-5B36-1C0B-E6C6CDAC1321}"/>
          </ac:picMkLst>
        </pc:picChg>
      </pc:sldChg>
      <pc:sldChg chg="addSp delSp modSp mod delCm modCm">
        <pc:chgData name="Valentin Tarasov" userId="d425d127-2eed-4d29-ba8b-bffe0c097195" providerId="ADAL" clId="{C9253A1E-8CC3-4751-AA64-F75DA2408664}" dt="2023-04-30T11:44:50.041" v="1854"/>
        <pc:sldMkLst>
          <pc:docMk/>
          <pc:sldMk cId="4001066891" sldId="1000"/>
        </pc:sldMkLst>
        <pc:spChg chg="del">
          <ac:chgData name="Valentin Tarasov" userId="d425d127-2eed-4d29-ba8b-bffe0c097195" providerId="ADAL" clId="{C9253A1E-8CC3-4751-AA64-F75DA2408664}" dt="2023-04-24T18:51:55.473" v="9" actId="478"/>
          <ac:spMkLst>
            <pc:docMk/>
            <pc:sldMk cId="4001066891" sldId="1000"/>
            <ac:spMk id="3" creationId="{8F7E0EB1-88D7-C21F-5DEF-FEB89DC758DC}"/>
          </ac:spMkLst>
        </pc:spChg>
        <pc:spChg chg="mod">
          <ac:chgData name="Valentin Tarasov" userId="d425d127-2eed-4d29-ba8b-bffe0c097195" providerId="ADAL" clId="{C9253A1E-8CC3-4751-AA64-F75DA2408664}" dt="2023-04-24T18:46:45.225" v="7" actId="20577"/>
          <ac:spMkLst>
            <pc:docMk/>
            <pc:sldMk cId="4001066891" sldId="1000"/>
            <ac:spMk id="4" creationId="{AF1743EB-3136-44E4-BB6C-C84A4927E2F1}"/>
          </ac:spMkLst>
        </pc:spChg>
        <pc:spChg chg="add mod">
          <ac:chgData name="Valentin Tarasov" userId="d425d127-2eed-4d29-ba8b-bffe0c097195" providerId="ADAL" clId="{C9253A1E-8CC3-4751-AA64-F75DA2408664}" dt="2023-04-24T18:54:41.219" v="81" actId="20577"/>
          <ac:spMkLst>
            <pc:docMk/>
            <pc:sldMk cId="4001066891" sldId="1000"/>
            <ac:spMk id="5" creationId="{60956E9D-9FA2-9E39-30D5-8D4B49F19134}"/>
          </ac:spMkLst>
        </pc:spChg>
        <pc:picChg chg="mod modCrop">
          <ac:chgData name="Valentin Tarasov" userId="d425d127-2eed-4d29-ba8b-bffe0c097195" providerId="ADAL" clId="{C9253A1E-8CC3-4751-AA64-F75DA2408664}" dt="2023-04-24T18:53:14.872" v="24" actId="1076"/>
          <ac:picMkLst>
            <pc:docMk/>
            <pc:sldMk cId="4001066891" sldId="1000"/>
            <ac:picMk id="2" creationId="{60E2FFED-0496-D259-632B-0FF8D26C9761}"/>
          </ac:picMkLst>
        </pc:picChg>
        <pc:extLst>
          <p:ext xmlns:p="http://schemas.openxmlformats.org/presentationml/2006/main" uri="{D6D511B9-2390-475A-947B-AFAB55BFBCF1}">
            <pc226:cmChg xmlns:pc226="http://schemas.microsoft.com/office/powerpoint/2022/06/main/command" chg="del mod">
              <pc226:chgData name="Valentin Tarasov" userId="d425d127-2eed-4d29-ba8b-bffe0c097195" providerId="ADAL" clId="{C9253A1E-8CC3-4751-AA64-F75DA2408664}" dt="2023-04-30T11:44:50.041" v="1854"/>
              <pc2:cmMkLst xmlns:pc2="http://schemas.microsoft.com/office/powerpoint/2019/9/main/command">
                <pc:docMk/>
                <pc:sldMk cId="4001066891" sldId="1000"/>
                <pc2:cmMk id="{C460608B-E682-40D0-848B-6076942869ED}"/>
              </pc2:cmMkLst>
            </pc226:cmChg>
          </p:ext>
        </pc:extLst>
      </pc:sldChg>
      <pc:sldChg chg="del">
        <pc:chgData name="Valentin Tarasov" userId="d425d127-2eed-4d29-ba8b-bffe0c097195" providerId="ADAL" clId="{C9253A1E-8CC3-4751-AA64-F75DA2408664}" dt="2023-04-30T11:44:08.480" v="1851" actId="2696"/>
        <pc:sldMkLst>
          <pc:docMk/>
          <pc:sldMk cId="2530376565" sldId="1003"/>
        </pc:sldMkLst>
      </pc:sldChg>
      <pc:sldChg chg="modSp mod">
        <pc:chgData name="Valentin Tarasov" userId="d425d127-2eed-4d29-ba8b-bffe0c097195" providerId="ADAL" clId="{C9253A1E-8CC3-4751-AA64-F75DA2408664}" dt="2023-04-26T10:09:08.707" v="1787" actId="20577"/>
        <pc:sldMkLst>
          <pc:docMk/>
          <pc:sldMk cId="632528010" sldId="1004"/>
        </pc:sldMkLst>
        <pc:spChg chg="mod">
          <ac:chgData name="Valentin Tarasov" userId="d425d127-2eed-4d29-ba8b-bffe0c097195" providerId="ADAL" clId="{C9253A1E-8CC3-4751-AA64-F75DA2408664}" dt="2023-04-26T10:09:08.707" v="1787" actId="20577"/>
          <ac:spMkLst>
            <pc:docMk/>
            <pc:sldMk cId="632528010" sldId="1004"/>
            <ac:spMk id="6" creationId="{D3BA2C7D-9B91-4693-88E8-37BE3860B289}"/>
          </ac:spMkLst>
        </pc:spChg>
      </pc:sldChg>
      <pc:sldChg chg="addSp delSp modSp mod">
        <pc:chgData name="Valentin Tarasov" userId="d425d127-2eed-4d29-ba8b-bffe0c097195" providerId="ADAL" clId="{C9253A1E-8CC3-4751-AA64-F75DA2408664}" dt="2023-04-24T19:32:01.357" v="791" actId="1035"/>
        <pc:sldMkLst>
          <pc:docMk/>
          <pc:sldMk cId="710190559" sldId="1005"/>
        </pc:sldMkLst>
        <pc:spChg chg="mod">
          <ac:chgData name="Valentin Tarasov" userId="d425d127-2eed-4d29-ba8b-bffe0c097195" providerId="ADAL" clId="{C9253A1E-8CC3-4751-AA64-F75DA2408664}" dt="2023-04-24T19:31:41.134" v="789" actId="1076"/>
          <ac:spMkLst>
            <pc:docMk/>
            <pc:sldMk cId="710190559" sldId="1005"/>
            <ac:spMk id="8" creationId="{F7470DC4-C013-44E5-96BF-B089E12E01A3}"/>
          </ac:spMkLst>
        </pc:spChg>
        <pc:picChg chg="del">
          <ac:chgData name="Valentin Tarasov" userId="d425d127-2eed-4d29-ba8b-bffe0c097195" providerId="ADAL" clId="{C9253A1E-8CC3-4751-AA64-F75DA2408664}" dt="2023-04-24T19:30:21.442" v="760" actId="478"/>
          <ac:picMkLst>
            <pc:docMk/>
            <pc:sldMk cId="710190559" sldId="1005"/>
            <ac:picMk id="3" creationId="{66A0F9C1-51B8-C830-B8B9-F0163CA45022}"/>
          </ac:picMkLst>
        </pc:picChg>
        <pc:picChg chg="add mod ord">
          <ac:chgData name="Valentin Tarasov" userId="d425d127-2eed-4d29-ba8b-bffe0c097195" providerId="ADAL" clId="{C9253A1E-8CC3-4751-AA64-F75DA2408664}" dt="2023-04-24T19:32:01.357" v="791" actId="1035"/>
          <ac:picMkLst>
            <pc:docMk/>
            <pc:sldMk cId="710190559" sldId="1005"/>
            <ac:picMk id="5" creationId="{D6BD2ED8-785F-FC76-D30B-77CBE3310F30}"/>
          </ac:picMkLst>
        </pc:picChg>
      </pc:sldChg>
      <pc:sldChg chg="modCm modNotesTx">
        <pc:chgData name="Valentin Tarasov" userId="d425d127-2eed-4d29-ba8b-bffe0c097195" providerId="ADAL" clId="{C9253A1E-8CC3-4751-AA64-F75DA2408664}" dt="2023-04-24T19:18:52.490" v="631"/>
        <pc:sldMkLst>
          <pc:docMk/>
          <pc:sldMk cId="184840119" sldId="1017"/>
        </pc:sldMkLst>
        <pc:extLst>
          <p:ext xmlns:p="http://schemas.openxmlformats.org/presentationml/2006/main" uri="{D6D511B9-2390-475A-947B-AFAB55BFBCF1}">
            <pc226:cmChg xmlns:pc226="http://schemas.microsoft.com/office/powerpoint/2022/06/main/command" chg="mod">
              <pc226:chgData name="Valentin Tarasov" userId="d425d127-2eed-4d29-ba8b-bffe0c097195" providerId="ADAL" clId="{C9253A1E-8CC3-4751-AA64-F75DA2408664}" dt="2023-04-24T19:18:52.490" v="631"/>
              <pc2:cmMkLst xmlns:pc2="http://schemas.microsoft.com/office/powerpoint/2019/9/main/command">
                <pc:docMk/>
                <pc:sldMk cId="184840119" sldId="1017"/>
                <pc2:cmMk id="{2139A547-8355-4544-849A-DA0B5B165F82}"/>
              </pc2:cmMkLst>
            </pc226:cmChg>
          </p:ext>
        </pc:extLst>
      </pc:sldChg>
      <pc:sldChg chg="delSp modSp mod modCm modNotesTx">
        <pc:chgData name="Valentin Tarasov" userId="d425d127-2eed-4d29-ba8b-bffe0c097195" providerId="ADAL" clId="{C9253A1E-8CC3-4751-AA64-F75DA2408664}" dt="2023-04-30T11:44:41.595" v="1853"/>
        <pc:sldMkLst>
          <pc:docMk/>
          <pc:sldMk cId="3865058273" sldId="1018"/>
        </pc:sldMkLst>
        <pc:spChg chg="mod">
          <ac:chgData name="Valentin Tarasov" userId="d425d127-2eed-4d29-ba8b-bffe0c097195" providerId="ADAL" clId="{C9253A1E-8CC3-4751-AA64-F75DA2408664}" dt="2023-04-24T19:13:33.240" v="522" actId="20577"/>
          <ac:spMkLst>
            <pc:docMk/>
            <pc:sldMk cId="3865058273" sldId="1018"/>
            <ac:spMk id="2" creationId="{D7230C45-F116-F984-9851-5D152AAFEB1F}"/>
          </ac:spMkLst>
        </pc:spChg>
        <pc:spChg chg="del">
          <ac:chgData name="Valentin Tarasov" userId="d425d127-2eed-4d29-ba8b-bffe0c097195" providerId="ADAL" clId="{C9253A1E-8CC3-4751-AA64-F75DA2408664}" dt="2023-04-24T19:09:08.606" v="371" actId="478"/>
          <ac:spMkLst>
            <pc:docMk/>
            <pc:sldMk cId="3865058273" sldId="1018"/>
            <ac:spMk id="11" creationId="{681CF26D-44D4-DFD3-44EC-3FC0E74CFBFC}"/>
          </ac:spMkLst>
        </pc:spChg>
        <pc:picChg chg="mod modCrop">
          <ac:chgData name="Valentin Tarasov" userId="d425d127-2eed-4d29-ba8b-bffe0c097195" providerId="ADAL" clId="{C9253A1E-8CC3-4751-AA64-F75DA2408664}" dt="2023-04-24T19:10:47.103" v="438" actId="1036"/>
          <ac:picMkLst>
            <pc:docMk/>
            <pc:sldMk cId="3865058273" sldId="1018"/>
            <ac:picMk id="5" creationId="{2921D55F-895B-5CD0-948A-2F2A6374765E}"/>
          </ac:picMkLst>
        </pc:picChg>
        <pc:extLst>
          <p:ext xmlns:p="http://schemas.openxmlformats.org/presentationml/2006/main" uri="{D6D511B9-2390-475A-947B-AFAB55BFBCF1}">
            <pc226:cmChg xmlns:pc226="http://schemas.microsoft.com/office/powerpoint/2022/06/main/command" chg="mod">
              <pc226:chgData name="Valentin Tarasov" userId="d425d127-2eed-4d29-ba8b-bffe0c097195" providerId="ADAL" clId="{C9253A1E-8CC3-4751-AA64-F75DA2408664}" dt="2023-04-30T11:44:41.595" v="1853"/>
              <pc2:cmMkLst xmlns:pc2="http://schemas.microsoft.com/office/powerpoint/2019/9/main/command">
                <pc:docMk/>
                <pc:sldMk cId="3865058273" sldId="1018"/>
                <pc2:cmMk id="{93A29B7B-633B-4D53-8AB5-1063E316947F}"/>
              </pc2:cmMkLst>
            </pc226:cmChg>
          </p:ext>
        </pc:extLst>
      </pc:sldChg>
      <pc:sldChg chg="delSp modSp mod modCm">
        <pc:chgData name="Valentin Tarasov" userId="d425d127-2eed-4d29-ba8b-bffe0c097195" providerId="ADAL" clId="{C9253A1E-8CC3-4751-AA64-F75DA2408664}" dt="2023-04-30T11:43:57.324" v="1850"/>
        <pc:sldMkLst>
          <pc:docMk/>
          <pc:sldMk cId="3126495676" sldId="2147470141"/>
        </pc:sldMkLst>
        <pc:spChg chg="del mod">
          <ac:chgData name="Valentin Tarasov" userId="d425d127-2eed-4d29-ba8b-bffe0c097195" providerId="ADAL" clId="{C9253A1E-8CC3-4751-AA64-F75DA2408664}" dt="2023-04-30T11:43:09.902" v="1824" actId="478"/>
          <ac:spMkLst>
            <pc:docMk/>
            <pc:sldMk cId="3126495676" sldId="2147470141"/>
            <ac:spMk id="18" creationId="{552399AF-70B0-7A89-3845-28156A0E7D6B}"/>
          </ac:spMkLst>
        </pc:spChg>
        <pc:spChg chg="del mod">
          <ac:chgData name="Valentin Tarasov" userId="d425d127-2eed-4d29-ba8b-bffe0c097195" providerId="ADAL" clId="{C9253A1E-8CC3-4751-AA64-F75DA2408664}" dt="2023-04-30T11:43:11.259" v="1825" actId="478"/>
          <ac:spMkLst>
            <pc:docMk/>
            <pc:sldMk cId="3126495676" sldId="2147470141"/>
            <ac:spMk id="19" creationId="{092E6975-C078-31A5-9345-24A545748FE8}"/>
          </ac:spMkLst>
        </pc:spChg>
        <pc:spChg chg="del">
          <ac:chgData name="Valentin Tarasov" userId="d425d127-2eed-4d29-ba8b-bffe0c097195" providerId="ADAL" clId="{C9253A1E-8CC3-4751-AA64-F75DA2408664}" dt="2023-04-30T11:43:15.096" v="1830" actId="478"/>
          <ac:spMkLst>
            <pc:docMk/>
            <pc:sldMk cId="3126495676" sldId="2147470141"/>
            <ac:spMk id="20" creationId="{B9975AE2-708C-BFF2-3DFD-BEC4C2218A4E}"/>
          </ac:spMkLst>
        </pc:spChg>
        <pc:spChg chg="del mod">
          <ac:chgData name="Valentin Tarasov" userId="d425d127-2eed-4d29-ba8b-bffe0c097195" providerId="ADAL" clId="{C9253A1E-8CC3-4751-AA64-F75DA2408664}" dt="2023-04-30T11:43:13.141" v="1827" actId="478"/>
          <ac:spMkLst>
            <pc:docMk/>
            <pc:sldMk cId="3126495676" sldId="2147470141"/>
            <ac:spMk id="21" creationId="{DB529F43-E3D1-748C-023D-99F3D8BCDE37}"/>
          </ac:spMkLst>
        </pc:spChg>
        <pc:spChg chg="del">
          <ac:chgData name="Valentin Tarasov" userId="d425d127-2eed-4d29-ba8b-bffe0c097195" providerId="ADAL" clId="{C9253A1E-8CC3-4751-AA64-F75DA2408664}" dt="2023-04-30T11:43:16.072" v="1831" actId="478"/>
          <ac:spMkLst>
            <pc:docMk/>
            <pc:sldMk cId="3126495676" sldId="2147470141"/>
            <ac:spMk id="22" creationId="{F30993B0-8952-BB7B-4D1C-9EB527A640FE}"/>
          </ac:spMkLst>
        </pc:spChg>
        <pc:picChg chg="mod modCrop">
          <ac:chgData name="Valentin Tarasov" userId="d425d127-2eed-4d29-ba8b-bffe0c097195" providerId="ADAL" clId="{C9253A1E-8CC3-4751-AA64-F75DA2408664}" dt="2023-04-24T19:19:35.618" v="647" actId="732"/>
          <ac:picMkLst>
            <pc:docMk/>
            <pc:sldMk cId="3126495676" sldId="2147470141"/>
            <ac:picMk id="2" creationId="{9EFD5C21-D7E6-C6AF-DD2B-FB6683008CBF}"/>
          </ac:picMkLst>
        </pc:picChg>
        <pc:cxnChg chg="mod">
          <ac:chgData name="Valentin Tarasov" userId="d425d127-2eed-4d29-ba8b-bffe0c097195" providerId="ADAL" clId="{C9253A1E-8CC3-4751-AA64-F75DA2408664}" dt="2023-04-30T11:43:09.902" v="1824" actId="478"/>
          <ac:cxnSpMkLst>
            <pc:docMk/>
            <pc:sldMk cId="3126495676" sldId="2147470141"/>
            <ac:cxnSpMk id="8" creationId="{F78D8198-5113-DDFC-75B5-019CE955FF95}"/>
          </ac:cxnSpMkLst>
        </pc:cxnChg>
        <pc:cxnChg chg="del mod">
          <ac:chgData name="Valentin Tarasov" userId="d425d127-2eed-4d29-ba8b-bffe0c097195" providerId="ADAL" clId="{C9253A1E-8CC3-4751-AA64-F75DA2408664}" dt="2023-04-30T11:43:12.064" v="1826" actId="478"/>
          <ac:cxnSpMkLst>
            <pc:docMk/>
            <pc:sldMk cId="3126495676" sldId="2147470141"/>
            <ac:cxnSpMk id="10" creationId="{44A5E0F5-5BCC-4130-A65C-908F3E3491D5}"/>
          </ac:cxnSpMkLst>
        </pc:cxnChg>
        <pc:cxnChg chg="del mod">
          <ac:chgData name="Valentin Tarasov" userId="d425d127-2eed-4d29-ba8b-bffe0c097195" providerId="ADAL" clId="{C9253A1E-8CC3-4751-AA64-F75DA2408664}" dt="2023-04-30T11:43:14.471" v="1829" actId="478"/>
          <ac:cxnSpMkLst>
            <pc:docMk/>
            <pc:sldMk cId="3126495676" sldId="2147470141"/>
            <ac:cxnSpMk id="12" creationId="{8C5C22FD-E0E5-B17C-93F0-AE3AC5C1C142}"/>
          </ac:cxnSpMkLst>
        </pc:cxnChg>
        <pc:cxnChg chg="del mod">
          <ac:chgData name="Valentin Tarasov" userId="d425d127-2eed-4d29-ba8b-bffe0c097195" providerId="ADAL" clId="{C9253A1E-8CC3-4751-AA64-F75DA2408664}" dt="2023-04-30T11:43:16.786" v="1832" actId="478"/>
          <ac:cxnSpMkLst>
            <pc:docMk/>
            <pc:sldMk cId="3126495676" sldId="2147470141"/>
            <ac:cxnSpMk id="14" creationId="{BD2E803A-D74A-409A-E3EB-2B44BEA4B308}"/>
          </ac:cxnSpMkLst>
        </pc:cxnChg>
        <pc:cxnChg chg="del mod">
          <ac:chgData name="Valentin Tarasov" userId="d425d127-2eed-4d29-ba8b-bffe0c097195" providerId="ADAL" clId="{C9253A1E-8CC3-4751-AA64-F75DA2408664}" dt="2023-04-30T11:43:13.775" v="1828" actId="478"/>
          <ac:cxnSpMkLst>
            <pc:docMk/>
            <pc:sldMk cId="3126495676" sldId="2147470141"/>
            <ac:cxnSpMk id="16" creationId="{D53B593B-9E9A-3B23-3F21-7952FFC1F96B}"/>
          </ac:cxnSpMkLst>
        </pc:cxnChg>
        <pc:extLst>
          <p:ext xmlns:p="http://schemas.openxmlformats.org/presentationml/2006/main" uri="{D6D511B9-2390-475A-947B-AFAB55BFBCF1}">
            <pc226:cmChg xmlns:pc226="http://schemas.microsoft.com/office/powerpoint/2022/06/main/command" chg="mod">
              <pc226:chgData name="Valentin Tarasov" userId="d425d127-2eed-4d29-ba8b-bffe0c097195" providerId="ADAL" clId="{C9253A1E-8CC3-4751-AA64-F75DA2408664}" dt="2023-04-30T11:43:57.324" v="1850"/>
              <pc2:cmMkLst xmlns:pc2="http://schemas.microsoft.com/office/powerpoint/2019/9/main/command">
                <pc:docMk/>
                <pc:sldMk cId="3126495676" sldId="2147470141"/>
                <pc2:cmMk id="{D055D9DB-8960-4435-9817-A3C2D1CE6CE6}"/>
              </pc2:cmMkLst>
            </pc226:cmChg>
          </p:ext>
        </pc:extLst>
      </pc:sldChg>
      <pc:sldChg chg="delSp modSp add mod">
        <pc:chgData name="Valentin Tarasov" userId="d425d127-2eed-4d29-ba8b-bffe0c097195" providerId="ADAL" clId="{C9253A1E-8CC3-4751-AA64-F75DA2408664}" dt="2023-04-24T19:05:50.024" v="351" actId="20577"/>
        <pc:sldMkLst>
          <pc:docMk/>
          <pc:sldMk cId="4221860045" sldId="2147470142"/>
        </pc:sldMkLst>
        <pc:spChg chg="mod">
          <ac:chgData name="Valentin Tarasov" userId="d425d127-2eed-4d29-ba8b-bffe0c097195" providerId="ADAL" clId="{C9253A1E-8CC3-4751-AA64-F75DA2408664}" dt="2023-04-24T19:05:50.024" v="351" actId="20577"/>
          <ac:spMkLst>
            <pc:docMk/>
            <pc:sldMk cId="4221860045" sldId="2147470142"/>
            <ac:spMk id="3" creationId="{8F7E0EB1-88D7-C21F-5DEF-FEB89DC758DC}"/>
          </ac:spMkLst>
        </pc:spChg>
        <pc:spChg chg="mod">
          <ac:chgData name="Valentin Tarasov" userId="d425d127-2eed-4d29-ba8b-bffe0c097195" providerId="ADAL" clId="{C9253A1E-8CC3-4751-AA64-F75DA2408664}" dt="2023-04-24T18:59:57.319" v="205" actId="20577"/>
          <ac:spMkLst>
            <pc:docMk/>
            <pc:sldMk cId="4221860045" sldId="2147470142"/>
            <ac:spMk id="4" creationId="{AF1743EB-3136-44E4-BB6C-C84A4927E2F1}"/>
          </ac:spMkLst>
        </pc:spChg>
        <pc:picChg chg="del">
          <ac:chgData name="Valentin Tarasov" userId="d425d127-2eed-4d29-ba8b-bffe0c097195" providerId="ADAL" clId="{C9253A1E-8CC3-4751-AA64-F75DA2408664}" dt="2023-04-24T18:54:44.918" v="82" actId="478"/>
          <ac:picMkLst>
            <pc:docMk/>
            <pc:sldMk cId="4221860045" sldId="2147470142"/>
            <ac:picMk id="2" creationId="{60E2FFED-0496-D259-632B-0FF8D26C9761}"/>
          </ac:picMkLst>
        </pc:picChg>
      </pc:sldChg>
      <pc:sldChg chg="delSp modSp add mod modNotesTx">
        <pc:chgData name="Valentin Tarasov" userId="d425d127-2eed-4d29-ba8b-bffe0c097195" providerId="ADAL" clId="{C9253A1E-8CC3-4751-AA64-F75DA2408664}" dt="2023-04-26T10:05:51.362" v="1785" actId="20577"/>
        <pc:sldMkLst>
          <pc:docMk/>
          <pc:sldMk cId="912818633" sldId="2147470143"/>
        </pc:sldMkLst>
        <pc:spChg chg="mod">
          <ac:chgData name="Valentin Tarasov" userId="d425d127-2eed-4d29-ba8b-bffe0c097195" providerId="ADAL" clId="{C9253A1E-8CC3-4751-AA64-F75DA2408664}" dt="2023-04-24T19:08:45.727" v="368" actId="403"/>
          <ac:spMkLst>
            <pc:docMk/>
            <pc:sldMk cId="912818633" sldId="2147470143"/>
            <ac:spMk id="2" creationId="{D7230C45-F116-F984-9851-5D152AAFEB1F}"/>
          </ac:spMkLst>
        </pc:spChg>
        <pc:spChg chg="mod">
          <ac:chgData name="Valentin Tarasov" userId="d425d127-2eed-4d29-ba8b-bffe0c097195" providerId="ADAL" clId="{C9253A1E-8CC3-4751-AA64-F75DA2408664}" dt="2023-04-24T19:08:52.649" v="369" actId="1076"/>
          <ac:spMkLst>
            <pc:docMk/>
            <pc:sldMk cId="912818633" sldId="2147470143"/>
            <ac:spMk id="11" creationId="{681CF26D-44D4-DFD3-44EC-3FC0E74CFBFC}"/>
          </ac:spMkLst>
        </pc:spChg>
        <pc:picChg chg="del">
          <ac:chgData name="Valentin Tarasov" userId="d425d127-2eed-4d29-ba8b-bffe0c097195" providerId="ADAL" clId="{C9253A1E-8CC3-4751-AA64-F75DA2408664}" dt="2023-04-24T19:08:36.594" v="367" actId="478"/>
          <ac:picMkLst>
            <pc:docMk/>
            <pc:sldMk cId="912818633" sldId="2147470143"/>
            <ac:picMk id="5" creationId="{2921D55F-895B-5CD0-948A-2F2A6374765E}"/>
          </ac:picMkLst>
        </pc:picChg>
      </pc:sldChg>
      <pc:sldChg chg="delSp modSp add mod ord modNotesTx">
        <pc:chgData name="Valentin Tarasov" userId="d425d127-2eed-4d29-ba8b-bffe0c097195" providerId="ADAL" clId="{C9253A1E-8CC3-4751-AA64-F75DA2408664}" dt="2023-04-25T19:39:05.197" v="1370" actId="20577"/>
        <pc:sldMkLst>
          <pc:docMk/>
          <pc:sldMk cId="2210224197" sldId="2147470144"/>
        </pc:sldMkLst>
        <pc:spChg chg="del">
          <ac:chgData name="Valentin Tarasov" userId="d425d127-2eed-4d29-ba8b-bffe0c097195" providerId="ADAL" clId="{C9253A1E-8CC3-4751-AA64-F75DA2408664}" dt="2023-04-25T19:01:22.663" v="849" actId="478"/>
          <ac:spMkLst>
            <pc:docMk/>
            <pc:sldMk cId="2210224197" sldId="2147470144"/>
            <ac:spMk id="2" creationId="{D3192D42-F950-8F4C-1FAE-A4D0550B27EC}"/>
          </ac:spMkLst>
        </pc:spChg>
        <pc:spChg chg="mod">
          <ac:chgData name="Valentin Tarasov" userId="d425d127-2eed-4d29-ba8b-bffe0c097195" providerId="ADAL" clId="{C9253A1E-8CC3-4751-AA64-F75DA2408664}" dt="2023-04-25T19:39:05.197" v="1370" actId="20577"/>
          <ac:spMkLst>
            <pc:docMk/>
            <pc:sldMk cId="2210224197" sldId="2147470144"/>
            <ac:spMk id="6" creationId="{D3BA2C7D-9B91-4693-88E8-37BE3860B289}"/>
          </ac:spMkLst>
        </pc:spChg>
      </pc:sldChg>
      <pc:sldChg chg="add del">
        <pc:chgData name="Valentin Tarasov" userId="d425d127-2eed-4d29-ba8b-bffe0c097195" providerId="ADAL" clId="{C9253A1E-8CC3-4751-AA64-F75DA2408664}" dt="2023-04-26T07:53:24.097" v="1372" actId="2890"/>
        <pc:sldMkLst>
          <pc:docMk/>
          <pc:sldMk cId="752702906" sldId="2147470145"/>
        </pc:sldMkLst>
      </pc:sldChg>
      <pc:sldChg chg="delSp modSp add del mod">
        <pc:chgData name="Valentin Tarasov" userId="d425d127-2eed-4d29-ba8b-bffe0c097195" providerId="ADAL" clId="{C9253A1E-8CC3-4751-AA64-F75DA2408664}" dt="2023-04-25T19:38:23.431" v="1356" actId="2696"/>
        <pc:sldMkLst>
          <pc:docMk/>
          <pc:sldMk cId="895008265" sldId="2147470145"/>
        </pc:sldMkLst>
        <pc:spChg chg="mod">
          <ac:chgData name="Valentin Tarasov" userId="d425d127-2eed-4d29-ba8b-bffe0c097195" providerId="ADAL" clId="{C9253A1E-8CC3-4751-AA64-F75DA2408664}" dt="2023-04-25T19:23:08.658" v="1354" actId="20577"/>
          <ac:spMkLst>
            <pc:docMk/>
            <pc:sldMk cId="895008265" sldId="2147470145"/>
            <ac:spMk id="4" creationId="{AF1743EB-3136-44E4-BB6C-C84A4927E2F1}"/>
          </ac:spMkLst>
        </pc:spChg>
        <pc:spChg chg="del">
          <ac:chgData name="Valentin Tarasov" userId="d425d127-2eed-4d29-ba8b-bffe0c097195" providerId="ADAL" clId="{C9253A1E-8CC3-4751-AA64-F75DA2408664}" dt="2023-04-25T19:23:12.161" v="1355" actId="478"/>
          <ac:spMkLst>
            <pc:docMk/>
            <pc:sldMk cId="895008265" sldId="2147470145"/>
            <ac:spMk id="6" creationId="{D3BA2C7D-9B91-4693-88E8-37BE3860B289}"/>
          </ac:spMkLst>
        </pc:spChg>
      </pc:sldChg>
      <pc:sldChg chg="addSp delSp modSp add mod">
        <pc:chgData name="Valentin Tarasov" userId="d425d127-2eed-4d29-ba8b-bffe0c097195" providerId="ADAL" clId="{C9253A1E-8CC3-4751-AA64-F75DA2408664}" dt="2023-04-26T08:40:29.112" v="1738" actId="20577"/>
        <pc:sldMkLst>
          <pc:docMk/>
          <pc:sldMk cId="3307409100" sldId="2147470145"/>
        </pc:sldMkLst>
        <pc:spChg chg="mod">
          <ac:chgData name="Valentin Tarasov" userId="d425d127-2eed-4d29-ba8b-bffe0c097195" providerId="ADAL" clId="{C9253A1E-8CC3-4751-AA64-F75DA2408664}" dt="2023-04-26T07:54:57.358" v="1390" actId="20577"/>
          <ac:spMkLst>
            <pc:docMk/>
            <pc:sldMk cId="3307409100" sldId="2147470145"/>
            <ac:spMk id="4" creationId="{AF1743EB-3136-44E4-BB6C-C84A4927E2F1}"/>
          </ac:spMkLst>
        </pc:spChg>
        <pc:spChg chg="add del mod">
          <ac:chgData name="Valentin Tarasov" userId="d425d127-2eed-4d29-ba8b-bffe0c097195" providerId="ADAL" clId="{C9253A1E-8CC3-4751-AA64-F75DA2408664}" dt="2023-04-26T08:40:29.112" v="1738" actId="20577"/>
          <ac:spMkLst>
            <pc:docMk/>
            <pc:sldMk cId="3307409100" sldId="2147470145"/>
            <ac:spMk id="6" creationId="{D3BA2C7D-9B91-4693-88E8-37BE3860B289}"/>
          </ac:spMkLst>
        </pc:spChg>
        <pc:picChg chg="add del mod">
          <ac:chgData name="Valentin Tarasov" userId="d425d127-2eed-4d29-ba8b-bffe0c097195" providerId="ADAL" clId="{C9253A1E-8CC3-4751-AA64-F75DA2408664}" dt="2023-04-26T08:31:45.986" v="1581" actId="478"/>
          <ac:picMkLst>
            <pc:docMk/>
            <pc:sldMk cId="3307409100" sldId="2147470145"/>
            <ac:picMk id="3" creationId="{00864EF9-468C-61E2-E038-94527C951210}"/>
          </ac:picMkLst>
        </pc:picChg>
        <pc:picChg chg="add mod">
          <ac:chgData name="Valentin Tarasov" userId="d425d127-2eed-4d29-ba8b-bffe0c097195" providerId="ADAL" clId="{C9253A1E-8CC3-4751-AA64-F75DA2408664}" dt="2023-04-26T08:39:26.095" v="1717" actId="1076"/>
          <ac:picMkLst>
            <pc:docMk/>
            <pc:sldMk cId="3307409100" sldId="2147470145"/>
            <ac:picMk id="7" creationId="{2B322576-5491-548D-4E13-ECC0C25654EC}"/>
          </ac:picMkLst>
        </pc:picChg>
        <pc:picChg chg="add mod">
          <ac:chgData name="Valentin Tarasov" userId="d425d127-2eed-4d29-ba8b-bffe0c097195" providerId="ADAL" clId="{C9253A1E-8CC3-4751-AA64-F75DA2408664}" dt="2023-04-26T08:32:14.774" v="1591" actId="1076"/>
          <ac:picMkLst>
            <pc:docMk/>
            <pc:sldMk cId="3307409100" sldId="2147470145"/>
            <ac:picMk id="9" creationId="{ED23688E-498B-D3C6-553E-150DBB15E868}"/>
          </ac:picMkLst>
        </pc:picChg>
      </pc:sldChg>
      <pc:sldChg chg="delSp modSp add mod">
        <pc:chgData name="Valentin Tarasov" userId="d425d127-2eed-4d29-ba8b-bffe0c097195" providerId="ADAL" clId="{C9253A1E-8CC3-4751-AA64-F75DA2408664}" dt="2023-04-30T11:43:27.248" v="1840" actId="478"/>
        <pc:sldMkLst>
          <pc:docMk/>
          <pc:sldMk cId="1046145608" sldId="2147470146"/>
        </pc:sldMkLst>
        <pc:spChg chg="del">
          <ac:chgData name="Valentin Tarasov" userId="d425d127-2eed-4d29-ba8b-bffe0c097195" providerId="ADAL" clId="{C9253A1E-8CC3-4751-AA64-F75DA2408664}" dt="2023-04-30T11:43:20.375" v="1833" actId="478"/>
          <ac:spMkLst>
            <pc:docMk/>
            <pc:sldMk cId="1046145608" sldId="2147470146"/>
            <ac:spMk id="19" creationId="{092E6975-C078-31A5-9345-24A545748FE8}"/>
          </ac:spMkLst>
        </pc:spChg>
        <pc:spChg chg="del">
          <ac:chgData name="Valentin Tarasov" userId="d425d127-2eed-4d29-ba8b-bffe0c097195" providerId="ADAL" clId="{C9253A1E-8CC3-4751-AA64-F75DA2408664}" dt="2023-04-30T11:43:25.256" v="1837" actId="478"/>
          <ac:spMkLst>
            <pc:docMk/>
            <pc:sldMk cId="1046145608" sldId="2147470146"/>
            <ac:spMk id="20" creationId="{B9975AE2-708C-BFF2-3DFD-BEC4C2218A4E}"/>
          </ac:spMkLst>
        </pc:spChg>
        <pc:spChg chg="del mod">
          <ac:chgData name="Valentin Tarasov" userId="d425d127-2eed-4d29-ba8b-bffe0c097195" providerId="ADAL" clId="{C9253A1E-8CC3-4751-AA64-F75DA2408664}" dt="2023-04-30T11:43:23.922" v="1835" actId="478"/>
          <ac:spMkLst>
            <pc:docMk/>
            <pc:sldMk cId="1046145608" sldId="2147470146"/>
            <ac:spMk id="21" creationId="{DB529F43-E3D1-748C-023D-99F3D8BCDE37}"/>
          </ac:spMkLst>
        </pc:spChg>
        <pc:spChg chg="del">
          <ac:chgData name="Valentin Tarasov" userId="d425d127-2eed-4d29-ba8b-bffe0c097195" providerId="ADAL" clId="{C9253A1E-8CC3-4751-AA64-F75DA2408664}" dt="2023-04-30T11:43:24.663" v="1836" actId="478"/>
          <ac:spMkLst>
            <pc:docMk/>
            <pc:sldMk cId="1046145608" sldId="2147470146"/>
            <ac:spMk id="22" creationId="{F30993B0-8952-BB7B-4D1C-9EB527A640FE}"/>
          </ac:spMkLst>
        </pc:spChg>
        <pc:cxnChg chg="mod">
          <ac:chgData name="Valentin Tarasov" userId="d425d127-2eed-4d29-ba8b-bffe0c097195" providerId="ADAL" clId="{C9253A1E-8CC3-4751-AA64-F75DA2408664}" dt="2023-04-30T11:43:20.375" v="1833" actId="478"/>
          <ac:cxnSpMkLst>
            <pc:docMk/>
            <pc:sldMk cId="1046145608" sldId="2147470146"/>
            <ac:cxnSpMk id="10" creationId="{44A5E0F5-5BCC-4130-A65C-908F3E3491D5}"/>
          </ac:cxnSpMkLst>
        </pc:cxnChg>
        <pc:cxnChg chg="del mod">
          <ac:chgData name="Valentin Tarasov" userId="d425d127-2eed-4d29-ba8b-bffe0c097195" providerId="ADAL" clId="{C9253A1E-8CC3-4751-AA64-F75DA2408664}" dt="2023-04-30T11:43:26.618" v="1839" actId="478"/>
          <ac:cxnSpMkLst>
            <pc:docMk/>
            <pc:sldMk cId="1046145608" sldId="2147470146"/>
            <ac:cxnSpMk id="12" creationId="{8C5C22FD-E0E5-B17C-93F0-AE3AC5C1C142}"/>
          </ac:cxnSpMkLst>
        </pc:cxnChg>
        <pc:cxnChg chg="del mod">
          <ac:chgData name="Valentin Tarasov" userId="d425d127-2eed-4d29-ba8b-bffe0c097195" providerId="ADAL" clId="{C9253A1E-8CC3-4751-AA64-F75DA2408664}" dt="2023-04-30T11:43:25.911" v="1838" actId="478"/>
          <ac:cxnSpMkLst>
            <pc:docMk/>
            <pc:sldMk cId="1046145608" sldId="2147470146"/>
            <ac:cxnSpMk id="14" creationId="{BD2E803A-D74A-409A-E3EB-2B44BEA4B308}"/>
          </ac:cxnSpMkLst>
        </pc:cxnChg>
        <pc:cxnChg chg="del mod">
          <ac:chgData name="Valentin Tarasov" userId="d425d127-2eed-4d29-ba8b-bffe0c097195" providerId="ADAL" clId="{C9253A1E-8CC3-4751-AA64-F75DA2408664}" dt="2023-04-30T11:43:27.248" v="1840" actId="478"/>
          <ac:cxnSpMkLst>
            <pc:docMk/>
            <pc:sldMk cId="1046145608" sldId="2147470146"/>
            <ac:cxnSpMk id="16" creationId="{D53B593B-9E9A-3B23-3F21-7952FFC1F96B}"/>
          </ac:cxnSpMkLst>
        </pc:cxnChg>
      </pc:sldChg>
      <pc:sldChg chg="add">
        <pc:chgData name="Valentin Tarasov" userId="d425d127-2eed-4d29-ba8b-bffe0c097195" providerId="ADAL" clId="{C9253A1E-8CC3-4751-AA64-F75DA2408664}" dt="2023-04-30T11:42:53.642" v="1820" actId="2890"/>
        <pc:sldMkLst>
          <pc:docMk/>
          <pc:sldMk cId="3562583057" sldId="2147470147"/>
        </pc:sldMkLst>
      </pc:sldChg>
      <pc:sldChg chg="delSp modSp add mod">
        <pc:chgData name="Valentin Tarasov" userId="d425d127-2eed-4d29-ba8b-bffe0c097195" providerId="ADAL" clId="{C9253A1E-8CC3-4751-AA64-F75DA2408664}" dt="2023-04-30T11:43:48.238" v="1849" actId="478"/>
        <pc:sldMkLst>
          <pc:docMk/>
          <pc:sldMk cId="2780771842" sldId="2147470148"/>
        </pc:sldMkLst>
        <pc:spChg chg="del">
          <ac:chgData name="Valentin Tarasov" userId="d425d127-2eed-4d29-ba8b-bffe0c097195" providerId="ADAL" clId="{C9253A1E-8CC3-4751-AA64-F75DA2408664}" dt="2023-04-30T11:43:48.238" v="1849" actId="478"/>
          <ac:spMkLst>
            <pc:docMk/>
            <pc:sldMk cId="2780771842" sldId="2147470148"/>
            <ac:spMk id="22" creationId="{F30993B0-8952-BB7B-4D1C-9EB527A640FE}"/>
          </ac:spMkLst>
        </pc:spChg>
        <pc:cxnChg chg="mod">
          <ac:chgData name="Valentin Tarasov" userId="d425d127-2eed-4d29-ba8b-bffe0c097195" providerId="ADAL" clId="{C9253A1E-8CC3-4751-AA64-F75DA2408664}" dt="2023-04-30T11:43:48.238" v="1849" actId="478"/>
          <ac:cxnSpMkLst>
            <pc:docMk/>
            <pc:sldMk cId="2780771842" sldId="2147470148"/>
            <ac:cxnSpMk id="14" creationId="{BD2E803A-D74A-409A-E3EB-2B44BEA4B308}"/>
          </ac:cxnSpMkLst>
        </pc:cxnChg>
      </pc:sldChg>
      <pc:sldChg chg="delSp modSp add mod">
        <pc:chgData name="Valentin Tarasov" userId="d425d127-2eed-4d29-ba8b-bffe0c097195" providerId="ADAL" clId="{C9253A1E-8CC3-4751-AA64-F75DA2408664}" dt="2023-04-30T11:43:45.138" v="1848" actId="478"/>
        <pc:sldMkLst>
          <pc:docMk/>
          <pc:sldMk cId="156334109" sldId="2147470149"/>
        </pc:sldMkLst>
        <pc:spChg chg="del">
          <ac:chgData name="Valentin Tarasov" userId="d425d127-2eed-4d29-ba8b-bffe0c097195" providerId="ADAL" clId="{C9253A1E-8CC3-4751-AA64-F75DA2408664}" dt="2023-04-30T11:43:43.107" v="1846" actId="478"/>
          <ac:spMkLst>
            <pc:docMk/>
            <pc:sldMk cId="156334109" sldId="2147470149"/>
            <ac:spMk id="20" creationId="{B9975AE2-708C-BFF2-3DFD-BEC4C2218A4E}"/>
          </ac:spMkLst>
        </pc:spChg>
        <pc:spChg chg="del">
          <ac:chgData name="Valentin Tarasov" userId="d425d127-2eed-4d29-ba8b-bffe0c097195" providerId="ADAL" clId="{C9253A1E-8CC3-4751-AA64-F75DA2408664}" dt="2023-04-30T11:43:44.265" v="1847" actId="478"/>
          <ac:spMkLst>
            <pc:docMk/>
            <pc:sldMk cId="156334109" sldId="2147470149"/>
            <ac:spMk id="22" creationId="{F30993B0-8952-BB7B-4D1C-9EB527A640FE}"/>
          </ac:spMkLst>
        </pc:spChg>
        <pc:cxnChg chg="mod">
          <ac:chgData name="Valentin Tarasov" userId="d425d127-2eed-4d29-ba8b-bffe0c097195" providerId="ADAL" clId="{C9253A1E-8CC3-4751-AA64-F75DA2408664}" dt="2023-04-30T11:43:43.107" v="1846" actId="478"/>
          <ac:cxnSpMkLst>
            <pc:docMk/>
            <pc:sldMk cId="156334109" sldId="2147470149"/>
            <ac:cxnSpMk id="12" creationId="{8C5C22FD-E0E5-B17C-93F0-AE3AC5C1C142}"/>
          </ac:cxnSpMkLst>
        </pc:cxnChg>
        <pc:cxnChg chg="del mod">
          <ac:chgData name="Valentin Tarasov" userId="d425d127-2eed-4d29-ba8b-bffe0c097195" providerId="ADAL" clId="{C9253A1E-8CC3-4751-AA64-F75DA2408664}" dt="2023-04-30T11:43:45.138" v="1848" actId="478"/>
          <ac:cxnSpMkLst>
            <pc:docMk/>
            <pc:sldMk cId="156334109" sldId="2147470149"/>
            <ac:cxnSpMk id="14" creationId="{BD2E803A-D74A-409A-E3EB-2B44BEA4B308}"/>
          </ac:cxnSpMkLst>
        </pc:cxnChg>
      </pc:sldChg>
      <pc:sldChg chg="delSp modSp add mod">
        <pc:chgData name="Valentin Tarasov" userId="d425d127-2eed-4d29-ba8b-bffe0c097195" providerId="ADAL" clId="{C9253A1E-8CC3-4751-AA64-F75DA2408664}" dt="2023-04-30T11:43:35.161" v="1845" actId="478"/>
        <pc:sldMkLst>
          <pc:docMk/>
          <pc:sldMk cId="3050644507" sldId="2147470150"/>
        </pc:sldMkLst>
        <pc:spChg chg="del">
          <ac:chgData name="Valentin Tarasov" userId="d425d127-2eed-4d29-ba8b-bffe0c097195" providerId="ADAL" clId="{C9253A1E-8CC3-4751-AA64-F75DA2408664}" dt="2023-04-30T11:43:35.161" v="1845" actId="478"/>
          <ac:spMkLst>
            <pc:docMk/>
            <pc:sldMk cId="3050644507" sldId="2147470150"/>
            <ac:spMk id="20" creationId="{B9975AE2-708C-BFF2-3DFD-BEC4C2218A4E}"/>
          </ac:spMkLst>
        </pc:spChg>
        <pc:spChg chg="del">
          <ac:chgData name="Valentin Tarasov" userId="d425d127-2eed-4d29-ba8b-bffe0c097195" providerId="ADAL" clId="{C9253A1E-8CC3-4751-AA64-F75DA2408664}" dt="2023-04-30T11:43:31.819" v="1841" actId="478"/>
          <ac:spMkLst>
            <pc:docMk/>
            <pc:sldMk cId="3050644507" sldId="2147470150"/>
            <ac:spMk id="21" creationId="{DB529F43-E3D1-748C-023D-99F3D8BCDE37}"/>
          </ac:spMkLst>
        </pc:spChg>
        <pc:spChg chg="del">
          <ac:chgData name="Valentin Tarasov" userId="d425d127-2eed-4d29-ba8b-bffe0c097195" providerId="ADAL" clId="{C9253A1E-8CC3-4751-AA64-F75DA2408664}" dt="2023-04-30T11:43:33.796" v="1843" actId="478"/>
          <ac:spMkLst>
            <pc:docMk/>
            <pc:sldMk cId="3050644507" sldId="2147470150"/>
            <ac:spMk id="22" creationId="{F30993B0-8952-BB7B-4D1C-9EB527A640FE}"/>
          </ac:spMkLst>
        </pc:spChg>
        <pc:cxnChg chg="del mod">
          <ac:chgData name="Valentin Tarasov" userId="d425d127-2eed-4d29-ba8b-bffe0c097195" providerId="ADAL" clId="{C9253A1E-8CC3-4751-AA64-F75DA2408664}" dt="2023-04-30T11:43:32.502" v="1842" actId="478"/>
          <ac:cxnSpMkLst>
            <pc:docMk/>
            <pc:sldMk cId="3050644507" sldId="2147470150"/>
            <ac:cxnSpMk id="12" creationId="{8C5C22FD-E0E5-B17C-93F0-AE3AC5C1C142}"/>
          </ac:cxnSpMkLst>
        </pc:cxnChg>
        <pc:cxnChg chg="del mod">
          <ac:chgData name="Valentin Tarasov" userId="d425d127-2eed-4d29-ba8b-bffe0c097195" providerId="ADAL" clId="{C9253A1E-8CC3-4751-AA64-F75DA2408664}" dt="2023-04-30T11:43:34.423" v="1844" actId="478"/>
          <ac:cxnSpMkLst>
            <pc:docMk/>
            <pc:sldMk cId="3050644507" sldId="2147470150"/>
            <ac:cxnSpMk id="14" creationId="{BD2E803A-D74A-409A-E3EB-2B44BEA4B308}"/>
          </ac:cxnSpMkLst>
        </pc:cxnChg>
        <pc:cxnChg chg="mod">
          <ac:chgData name="Valentin Tarasov" userId="d425d127-2eed-4d29-ba8b-bffe0c097195" providerId="ADAL" clId="{C9253A1E-8CC3-4751-AA64-F75DA2408664}" dt="2023-04-30T11:43:31.819" v="1841" actId="478"/>
          <ac:cxnSpMkLst>
            <pc:docMk/>
            <pc:sldMk cId="3050644507" sldId="2147470150"/>
            <ac:cxnSpMk id="16" creationId="{D53B593B-9E9A-3B23-3F21-7952FFC1F96B}"/>
          </ac:cxnSpMkLst>
        </pc:cxnChg>
      </pc:sldChg>
    </pc:docChg>
  </pc:docChgLst>
  <pc:docChgLst>
    <pc:chgData name="Artsem Varyvoda" userId="e811eea5-1484-46c1-aae1-45a17c180a84" providerId="ADAL" clId="{C8D61CE5-BC51-4A9E-AF19-DB3FBEE881B6}"/>
    <pc:docChg chg="modSld sldOrd">
      <pc:chgData name="Artsem Varyvoda" userId="e811eea5-1484-46c1-aae1-45a17c180a84" providerId="ADAL" clId="{C8D61CE5-BC51-4A9E-AF19-DB3FBEE881B6}" dt="2023-02-02T12:30:10.438" v="7"/>
      <pc:docMkLst>
        <pc:docMk/>
      </pc:docMkLst>
      <pc:sldChg chg="addCm">
        <pc:chgData name="Artsem Varyvoda" userId="e811eea5-1484-46c1-aae1-45a17c180a84" providerId="ADAL" clId="{C8D61CE5-BC51-4A9E-AF19-DB3FBEE881B6}" dt="2023-02-02T12:24:08.858" v="2"/>
        <pc:sldMkLst>
          <pc:docMk/>
          <pc:sldMk cId="3194815960" sldId="994"/>
        </pc:sldMkLst>
      </pc:sldChg>
      <pc:sldChg chg="addCm">
        <pc:chgData name="Artsem Varyvoda" userId="e811eea5-1484-46c1-aae1-45a17c180a84" providerId="ADAL" clId="{C8D61CE5-BC51-4A9E-AF19-DB3FBEE881B6}" dt="2023-02-02T12:15:41.396" v="0"/>
        <pc:sldMkLst>
          <pc:docMk/>
          <pc:sldMk cId="4001066891" sldId="1000"/>
        </pc:sldMkLst>
      </pc:sldChg>
      <pc:sldChg chg="addCm">
        <pc:chgData name="Artsem Varyvoda" userId="e811eea5-1484-46c1-aae1-45a17c180a84" providerId="ADAL" clId="{C8D61CE5-BC51-4A9E-AF19-DB3FBEE881B6}" dt="2023-02-02T12:27:12.944" v="6"/>
        <pc:sldMkLst>
          <pc:docMk/>
          <pc:sldMk cId="2530376565" sldId="1003"/>
        </pc:sldMkLst>
      </pc:sldChg>
      <pc:sldChg chg="ord">
        <pc:chgData name="Artsem Varyvoda" userId="e811eea5-1484-46c1-aae1-45a17c180a84" providerId="ADAL" clId="{C8D61CE5-BC51-4A9E-AF19-DB3FBEE881B6}" dt="2023-02-02T12:24:50.308" v="4"/>
        <pc:sldMkLst>
          <pc:docMk/>
          <pc:sldMk cId="1382820287" sldId="1015"/>
        </pc:sldMkLst>
      </pc:sldChg>
      <pc:sldChg chg="addCm">
        <pc:chgData name="Artsem Varyvoda" userId="e811eea5-1484-46c1-aae1-45a17c180a84" providerId="ADAL" clId="{C8D61CE5-BC51-4A9E-AF19-DB3FBEE881B6}" dt="2023-02-02T12:25:45.718" v="5"/>
        <pc:sldMkLst>
          <pc:docMk/>
          <pc:sldMk cId="184840119" sldId="1017"/>
        </pc:sldMkLst>
      </pc:sldChg>
      <pc:sldChg chg="addCm">
        <pc:chgData name="Artsem Varyvoda" userId="e811eea5-1484-46c1-aae1-45a17c180a84" providerId="ADAL" clId="{C8D61CE5-BC51-4A9E-AF19-DB3FBEE881B6}" dt="2023-02-02T12:19:40.201" v="1"/>
        <pc:sldMkLst>
          <pc:docMk/>
          <pc:sldMk cId="3865058273" sldId="1018"/>
        </pc:sldMkLst>
      </pc:sldChg>
      <pc:sldChg chg="addCm">
        <pc:chgData name="Artsem Varyvoda" userId="e811eea5-1484-46c1-aae1-45a17c180a84" providerId="ADAL" clId="{C8D61CE5-BC51-4A9E-AF19-DB3FBEE881B6}" dt="2023-02-02T12:30:10.438" v="7"/>
        <pc:sldMkLst>
          <pc:docMk/>
          <pc:sldMk cId="3126495676" sldId="2147470141"/>
        </pc:sldMkLst>
      </pc:sldChg>
    </pc:docChg>
  </pc:docChgLst>
  <pc:docChgLst>
    <pc:chgData name="Artsem Varyvoda" userId="e811eea5-1484-46c1-aae1-45a17c180a84" providerId="ADAL" clId="{48E5C2CB-BBA1-4971-956B-4C32153B44F8}"/>
    <pc:docChg chg="undo custSel addSld delSld modSld">
      <pc:chgData name="Artsem Varyvoda" userId="e811eea5-1484-46c1-aae1-45a17c180a84" providerId="ADAL" clId="{48E5C2CB-BBA1-4971-956B-4C32153B44F8}" dt="2023-04-26T10:22:56.487" v="15"/>
      <pc:docMkLst>
        <pc:docMk/>
      </pc:docMkLst>
      <pc:sldChg chg="delCm modCm">
        <pc:chgData name="Artsem Varyvoda" userId="e811eea5-1484-46c1-aae1-45a17c180a84" providerId="ADAL" clId="{48E5C2CB-BBA1-4971-956B-4C32153B44F8}" dt="2023-04-26T10:22:23.488" v="13"/>
        <pc:sldMkLst>
          <pc:docMk/>
          <pc:sldMk cId="3194815960" sldId="994"/>
        </pc:sldMkLst>
        <pc:extLst>
          <p:ext xmlns:p="http://schemas.openxmlformats.org/presentationml/2006/main" uri="{D6D511B9-2390-475A-947B-AFAB55BFBCF1}">
            <pc226:cmChg xmlns:pc226="http://schemas.microsoft.com/office/powerpoint/2022/06/main/command" chg="del mod">
              <pc226:chgData name="Artsem Varyvoda" userId="e811eea5-1484-46c1-aae1-45a17c180a84" providerId="ADAL" clId="{48E5C2CB-BBA1-4971-956B-4C32153B44F8}" dt="2023-04-26T10:22:23.488" v="13"/>
              <pc2:cmMkLst xmlns:pc2="http://schemas.microsoft.com/office/powerpoint/2019/9/main/command">
                <pc:docMk/>
                <pc:sldMk cId="3194815960" sldId="994"/>
                <pc2:cmMk id="{D4723060-10E9-46DB-B599-4B470647E7EE}"/>
              </pc2:cmMkLst>
            </pc226:cmChg>
          </p:ext>
        </pc:extLst>
      </pc:sldChg>
      <pc:sldChg chg="modCm">
        <pc:chgData name="Artsem Varyvoda" userId="e811eea5-1484-46c1-aae1-45a17c180a84" providerId="ADAL" clId="{48E5C2CB-BBA1-4971-956B-4C32153B44F8}" dt="2023-04-26T10:19:22.532" v="11"/>
        <pc:sldMkLst>
          <pc:docMk/>
          <pc:sldMk cId="4001066891" sldId="1000"/>
        </pc:sldMkLst>
        <pc:extLst>
          <p:ext xmlns:p="http://schemas.openxmlformats.org/presentationml/2006/main" uri="{D6D511B9-2390-475A-947B-AFAB55BFBCF1}">
            <pc226:cmChg xmlns:pc226="http://schemas.microsoft.com/office/powerpoint/2022/06/main/command" chg="mod">
              <pc226:chgData name="Artsem Varyvoda" userId="e811eea5-1484-46c1-aae1-45a17c180a84" providerId="ADAL" clId="{48E5C2CB-BBA1-4971-956B-4C32153B44F8}" dt="2023-04-26T10:19:22.532" v="11"/>
              <pc2:cmMkLst xmlns:pc2="http://schemas.microsoft.com/office/powerpoint/2019/9/main/command">
                <pc:docMk/>
                <pc:sldMk cId="4001066891" sldId="1000"/>
                <pc2:cmMk id="{C460608B-E682-40D0-848B-6076942869ED}"/>
              </pc2:cmMkLst>
            </pc226:cmChg>
          </p:ext>
        </pc:extLst>
      </pc:sldChg>
      <pc:sldChg chg="modCm">
        <pc:chgData name="Artsem Varyvoda" userId="e811eea5-1484-46c1-aae1-45a17c180a84" providerId="ADAL" clId="{48E5C2CB-BBA1-4971-956B-4C32153B44F8}" dt="2023-04-26T10:07:16.102" v="0"/>
        <pc:sldMkLst>
          <pc:docMk/>
          <pc:sldMk cId="2530376565" sldId="1003"/>
        </pc:sldMkLst>
        <pc:extLst>
          <p:ext xmlns:p="http://schemas.openxmlformats.org/presentationml/2006/main" uri="{D6D511B9-2390-475A-947B-AFAB55BFBCF1}">
            <pc226:cmChg xmlns:pc226="http://schemas.microsoft.com/office/powerpoint/2022/06/main/command" chg="mod">
              <pc226:chgData name="Artsem Varyvoda" userId="e811eea5-1484-46c1-aae1-45a17c180a84" providerId="ADAL" clId="{48E5C2CB-BBA1-4971-956B-4C32153B44F8}" dt="2023-04-26T10:07:16.102" v="0"/>
              <pc2:cmMkLst xmlns:pc2="http://schemas.microsoft.com/office/powerpoint/2019/9/main/command">
                <pc:docMk/>
                <pc:sldMk cId="2530376565" sldId="1003"/>
                <pc2:cmMk id="{EC330289-806E-4D2F-95C7-8D9D1607A2AE}"/>
              </pc2:cmMkLst>
            </pc226:cmChg>
          </p:ext>
        </pc:extLst>
      </pc:sldChg>
      <pc:sldChg chg="addCm delCm">
        <pc:chgData name="Artsem Varyvoda" userId="e811eea5-1484-46c1-aae1-45a17c180a84" providerId="ADAL" clId="{48E5C2CB-BBA1-4971-956B-4C32153B44F8}" dt="2023-04-26T10:22:56.487" v="15"/>
        <pc:sldMkLst>
          <pc:docMk/>
          <pc:sldMk cId="3126495676" sldId="2147470141"/>
        </pc:sldMkLst>
        <pc:extLst>
          <p:ext xmlns:p="http://schemas.openxmlformats.org/presentationml/2006/main" uri="{D6D511B9-2390-475A-947B-AFAB55BFBCF1}">
            <pc226:cmChg xmlns:pc226="http://schemas.microsoft.com/office/powerpoint/2022/06/main/command" chg="del">
              <pc226:chgData name="Artsem Varyvoda" userId="e811eea5-1484-46c1-aae1-45a17c180a84" providerId="ADAL" clId="{48E5C2CB-BBA1-4971-956B-4C32153B44F8}" dt="2023-04-26T10:22:41.895" v="14"/>
              <pc2:cmMkLst xmlns:pc2="http://schemas.microsoft.com/office/powerpoint/2019/9/main/command">
                <pc:docMk/>
                <pc:sldMk cId="3126495676" sldId="2147470141"/>
                <pc2:cmMk id="{A972C56A-0B05-4E26-8336-2485353E029E}"/>
              </pc2:cmMkLst>
            </pc226:cmChg>
            <pc226:cmChg xmlns:pc226="http://schemas.microsoft.com/office/powerpoint/2022/06/main/command" chg="add">
              <pc226:chgData name="Artsem Varyvoda" userId="e811eea5-1484-46c1-aae1-45a17c180a84" providerId="ADAL" clId="{48E5C2CB-BBA1-4971-956B-4C32153B44F8}" dt="2023-04-26T10:22:56.487" v="15"/>
              <pc2:cmMkLst xmlns:pc2="http://schemas.microsoft.com/office/powerpoint/2019/9/main/command">
                <pc:docMk/>
                <pc:sldMk cId="3126495676" sldId="2147470141"/>
                <pc2:cmMk id="{D055D9DB-8960-4435-9817-A3C2D1CE6CE6}"/>
              </pc2:cmMkLst>
            </pc226:cmChg>
          </p:ext>
        </pc:extLst>
      </pc:sldChg>
      <pc:sldChg chg="addSp delSp modSp add del mod">
        <pc:chgData name="Artsem Varyvoda" userId="e811eea5-1484-46c1-aae1-45a17c180a84" providerId="ADAL" clId="{48E5C2CB-BBA1-4971-956B-4C32153B44F8}" dt="2023-04-26T10:14:35.267" v="10" actId="2890"/>
        <pc:sldMkLst>
          <pc:docMk/>
          <pc:sldMk cId="2110951115" sldId="2147470146"/>
        </pc:sldMkLst>
        <pc:spChg chg="mod">
          <ac:chgData name="Artsem Varyvoda" userId="e811eea5-1484-46c1-aae1-45a17c180a84" providerId="ADAL" clId="{48E5C2CB-BBA1-4971-956B-4C32153B44F8}" dt="2023-04-26T10:14:34.733" v="9" actId="6549"/>
          <ac:spMkLst>
            <pc:docMk/>
            <pc:sldMk cId="2110951115" sldId="2147470146"/>
            <ac:spMk id="18" creationId="{552399AF-70B0-7A89-3845-28156A0E7D6B}"/>
          </ac:spMkLst>
        </pc:spChg>
        <pc:spChg chg="add del">
          <ac:chgData name="Artsem Varyvoda" userId="e811eea5-1484-46c1-aae1-45a17c180a84" providerId="ADAL" clId="{48E5C2CB-BBA1-4971-956B-4C32153B44F8}" dt="2023-04-26T10:14:34.345" v="8" actId="478"/>
          <ac:spMkLst>
            <pc:docMk/>
            <pc:sldMk cId="2110951115" sldId="2147470146"/>
            <ac:spMk id="19" creationId="{092E6975-C078-31A5-9345-24A545748FE8}"/>
          </ac:spMkLst>
        </pc:spChg>
        <pc:spChg chg="add del">
          <ac:chgData name="Artsem Varyvoda" userId="e811eea5-1484-46c1-aae1-45a17c180a84" providerId="ADAL" clId="{48E5C2CB-BBA1-4971-956B-4C32153B44F8}" dt="2023-04-26T10:14:33.969" v="7" actId="478"/>
          <ac:spMkLst>
            <pc:docMk/>
            <pc:sldMk cId="2110951115" sldId="2147470146"/>
            <ac:spMk id="21" creationId="{DB529F43-E3D1-748C-023D-99F3D8BCDE37}"/>
          </ac:spMkLst>
        </pc:spChg>
        <pc:picChg chg="mod">
          <ac:chgData name="Artsem Varyvoda" userId="e811eea5-1484-46c1-aae1-45a17c180a84" providerId="ADAL" clId="{48E5C2CB-BBA1-4971-956B-4C32153B44F8}" dt="2023-04-26T10:14:27.875" v="3" actId="1076"/>
          <ac:picMkLst>
            <pc:docMk/>
            <pc:sldMk cId="2110951115" sldId="2147470146"/>
            <ac:picMk id="2" creationId="{9EFD5C21-D7E6-C6AF-DD2B-FB6683008CBF}"/>
          </ac:picMkLst>
        </pc:picChg>
        <pc:cxnChg chg="mod">
          <ac:chgData name="Artsem Varyvoda" userId="e811eea5-1484-46c1-aae1-45a17c180a84" providerId="ADAL" clId="{48E5C2CB-BBA1-4971-956B-4C32153B44F8}" dt="2023-04-26T10:14:34.345" v="8" actId="478"/>
          <ac:cxnSpMkLst>
            <pc:docMk/>
            <pc:sldMk cId="2110951115" sldId="2147470146"/>
            <ac:cxnSpMk id="10" creationId="{44A5E0F5-5BCC-4130-A65C-908F3E3491D5}"/>
          </ac:cxnSpMkLst>
        </pc:cxnChg>
        <pc:cxnChg chg="mod">
          <ac:chgData name="Artsem Varyvoda" userId="e811eea5-1484-46c1-aae1-45a17c180a84" providerId="ADAL" clId="{48E5C2CB-BBA1-4971-956B-4C32153B44F8}" dt="2023-04-26T10:14:33.969" v="7" actId="478"/>
          <ac:cxnSpMkLst>
            <pc:docMk/>
            <pc:sldMk cId="2110951115" sldId="2147470146"/>
            <ac:cxnSpMk id="16" creationId="{D53B593B-9E9A-3B23-3F21-7952FFC1F96B}"/>
          </ac:cxnSpMkLst>
        </pc:cxnChg>
      </pc:sldChg>
    </pc:docChg>
  </pc:docChgLst>
  <pc:docChgLst>
    <pc:chgData name="Valentin Tarasov" userId="d425d127-2eed-4d29-ba8b-bffe0c097195" providerId="ADAL" clId="{3011CBAA-EEAF-43FD-B2BB-37E2A611ED19}"/>
    <pc:docChg chg="undo custSel addSld delSld modSld sldOrd">
      <pc:chgData name="Valentin Tarasov" userId="d425d127-2eed-4d29-ba8b-bffe0c097195" providerId="ADAL" clId="{3011CBAA-EEAF-43FD-B2BB-37E2A611ED19}" dt="2023-01-19T10:22:28.399" v="2701" actId="167"/>
      <pc:docMkLst>
        <pc:docMk/>
      </pc:docMkLst>
      <pc:sldChg chg="modSp mod">
        <pc:chgData name="Valentin Tarasov" userId="d425d127-2eed-4d29-ba8b-bffe0c097195" providerId="ADAL" clId="{3011CBAA-EEAF-43FD-B2BB-37E2A611ED19}" dt="2023-01-19T10:19:28.677" v="2661" actId="20577"/>
        <pc:sldMkLst>
          <pc:docMk/>
          <pc:sldMk cId="1999112747" sldId="489"/>
        </pc:sldMkLst>
        <pc:spChg chg="mod">
          <ac:chgData name="Valentin Tarasov" userId="d425d127-2eed-4d29-ba8b-bffe0c097195" providerId="ADAL" clId="{3011CBAA-EEAF-43FD-B2BB-37E2A611ED19}" dt="2023-01-19T10:19:28.677" v="2661" actId="20577"/>
          <ac:spMkLst>
            <pc:docMk/>
            <pc:sldMk cId="1999112747" sldId="489"/>
            <ac:spMk id="6" creationId="{73B4D983-5FF4-4D0C-83C4-E7A1CE480BA1}"/>
          </ac:spMkLst>
        </pc:spChg>
      </pc:sldChg>
      <pc:sldChg chg="modSp mod modNotesTx">
        <pc:chgData name="Valentin Tarasov" userId="d425d127-2eed-4d29-ba8b-bffe0c097195" providerId="ADAL" clId="{3011CBAA-EEAF-43FD-B2BB-37E2A611ED19}" dt="2023-01-19T10:22:28.399" v="2701" actId="167"/>
        <pc:sldMkLst>
          <pc:docMk/>
          <pc:sldMk cId="948547595" sldId="991"/>
        </pc:sldMkLst>
        <pc:spChg chg="mod">
          <ac:chgData name="Valentin Tarasov" userId="d425d127-2eed-4d29-ba8b-bffe0c097195" providerId="ADAL" clId="{3011CBAA-EEAF-43FD-B2BB-37E2A611ED19}" dt="2023-01-19T10:22:20.764" v="2700" actId="1037"/>
          <ac:spMkLst>
            <pc:docMk/>
            <pc:sldMk cId="948547595" sldId="991"/>
            <ac:spMk id="6" creationId="{D3BA2C7D-9B91-4693-88E8-37BE3860B289}"/>
          </ac:spMkLst>
        </pc:spChg>
        <pc:picChg chg="ord">
          <ac:chgData name="Valentin Tarasov" userId="d425d127-2eed-4d29-ba8b-bffe0c097195" providerId="ADAL" clId="{3011CBAA-EEAF-43FD-B2BB-37E2A611ED19}" dt="2023-01-19T10:22:28.399" v="2701" actId="167"/>
          <ac:picMkLst>
            <pc:docMk/>
            <pc:sldMk cId="948547595" sldId="991"/>
            <ac:picMk id="2" creationId="{97791D2D-B391-4DBD-AC9B-B620B4A08616}"/>
          </ac:picMkLst>
        </pc:picChg>
      </pc:sldChg>
      <pc:sldChg chg="addSp delSp modSp mod">
        <pc:chgData name="Valentin Tarasov" userId="d425d127-2eed-4d29-ba8b-bffe0c097195" providerId="ADAL" clId="{3011CBAA-EEAF-43FD-B2BB-37E2A611ED19}" dt="2023-01-17T18:22:58.968" v="2342" actId="5793"/>
        <pc:sldMkLst>
          <pc:docMk/>
          <pc:sldMk cId="2725495782" sldId="999"/>
        </pc:sldMkLst>
        <pc:spChg chg="add del mod">
          <ac:chgData name="Valentin Tarasov" userId="d425d127-2eed-4d29-ba8b-bffe0c097195" providerId="ADAL" clId="{3011CBAA-EEAF-43FD-B2BB-37E2A611ED19}" dt="2023-01-17T16:51:40.312" v="1887" actId="478"/>
          <ac:spMkLst>
            <pc:docMk/>
            <pc:sldMk cId="2725495782" sldId="999"/>
            <ac:spMk id="3" creationId="{F6E6BCCA-B540-CF42-6059-F56D0D600911}"/>
          </ac:spMkLst>
        </pc:spChg>
        <pc:spChg chg="mod">
          <ac:chgData name="Valentin Tarasov" userId="d425d127-2eed-4d29-ba8b-bffe0c097195" providerId="ADAL" clId="{3011CBAA-EEAF-43FD-B2BB-37E2A611ED19}" dt="2023-01-17T16:54:28.603" v="1907" actId="20577"/>
          <ac:spMkLst>
            <pc:docMk/>
            <pc:sldMk cId="2725495782" sldId="999"/>
            <ac:spMk id="4" creationId="{AF1743EB-3136-44E4-BB6C-C84A4927E2F1}"/>
          </ac:spMkLst>
        </pc:spChg>
        <pc:spChg chg="mod">
          <ac:chgData name="Valentin Tarasov" userId="d425d127-2eed-4d29-ba8b-bffe0c097195" providerId="ADAL" clId="{3011CBAA-EEAF-43FD-B2BB-37E2A611ED19}" dt="2023-01-17T18:22:58.968" v="2342" actId="5793"/>
          <ac:spMkLst>
            <pc:docMk/>
            <pc:sldMk cId="2725495782" sldId="999"/>
            <ac:spMk id="6" creationId="{D3BA2C7D-9B91-4693-88E8-37BE3860B289}"/>
          </ac:spMkLst>
        </pc:spChg>
      </pc:sldChg>
      <pc:sldChg chg="modSp mod ord modNotesTx">
        <pc:chgData name="Valentin Tarasov" userId="d425d127-2eed-4d29-ba8b-bffe0c097195" providerId="ADAL" clId="{3011CBAA-EEAF-43FD-B2BB-37E2A611ED19}" dt="2023-01-19T10:19:04.295" v="2655" actId="20577"/>
        <pc:sldMkLst>
          <pc:docMk/>
          <pc:sldMk cId="2219888840" sldId="1001"/>
        </pc:sldMkLst>
        <pc:spChg chg="mod">
          <ac:chgData name="Valentin Tarasov" userId="d425d127-2eed-4d29-ba8b-bffe0c097195" providerId="ADAL" clId="{3011CBAA-EEAF-43FD-B2BB-37E2A611ED19}" dt="2023-01-19T10:19:04.295" v="2655" actId="20577"/>
          <ac:spMkLst>
            <pc:docMk/>
            <pc:sldMk cId="2219888840" sldId="1001"/>
            <ac:spMk id="6" creationId="{D3BA2C7D-9B91-4693-88E8-37BE3860B289}"/>
          </ac:spMkLst>
        </pc:spChg>
      </pc:sldChg>
      <pc:sldChg chg="modSp mod">
        <pc:chgData name="Valentin Tarasov" userId="d425d127-2eed-4d29-ba8b-bffe0c097195" providerId="ADAL" clId="{3011CBAA-EEAF-43FD-B2BB-37E2A611ED19}" dt="2023-01-19T10:20:10.469" v="2662" actId="33524"/>
        <pc:sldMkLst>
          <pc:docMk/>
          <pc:sldMk cId="527830343" sldId="1002"/>
        </pc:sldMkLst>
        <pc:spChg chg="mod">
          <ac:chgData name="Valentin Tarasov" userId="d425d127-2eed-4d29-ba8b-bffe0c097195" providerId="ADAL" clId="{3011CBAA-EEAF-43FD-B2BB-37E2A611ED19}" dt="2023-01-19T10:20:10.469" v="2662" actId="33524"/>
          <ac:spMkLst>
            <pc:docMk/>
            <pc:sldMk cId="527830343" sldId="1002"/>
            <ac:spMk id="6" creationId="{D3BA2C7D-9B91-4693-88E8-37BE3860B289}"/>
          </ac:spMkLst>
        </pc:spChg>
      </pc:sldChg>
      <pc:sldChg chg="addSp modSp mod">
        <pc:chgData name="Valentin Tarasov" userId="d425d127-2eed-4d29-ba8b-bffe0c097195" providerId="ADAL" clId="{3011CBAA-EEAF-43FD-B2BB-37E2A611ED19}" dt="2023-01-19T09:16:40.316" v="2510" actId="404"/>
        <pc:sldMkLst>
          <pc:docMk/>
          <pc:sldMk cId="2530376565" sldId="1003"/>
        </pc:sldMkLst>
        <pc:spChg chg="add mod">
          <ac:chgData name="Valentin Tarasov" userId="d425d127-2eed-4d29-ba8b-bffe0c097195" providerId="ADAL" clId="{3011CBAA-EEAF-43FD-B2BB-37E2A611ED19}" dt="2023-01-19T09:16:40.316" v="2510" actId="404"/>
          <ac:spMkLst>
            <pc:docMk/>
            <pc:sldMk cId="2530376565" sldId="1003"/>
            <ac:spMk id="2" creationId="{D3192D42-F950-8F4C-1FAE-A4D0550B27EC}"/>
          </ac:spMkLst>
        </pc:spChg>
        <pc:spChg chg="mod">
          <ac:chgData name="Valentin Tarasov" userId="d425d127-2eed-4d29-ba8b-bffe0c097195" providerId="ADAL" clId="{3011CBAA-EEAF-43FD-B2BB-37E2A611ED19}" dt="2023-01-17T18:24:53.382" v="2343" actId="207"/>
          <ac:spMkLst>
            <pc:docMk/>
            <pc:sldMk cId="2530376565" sldId="1003"/>
            <ac:spMk id="6" creationId="{D3BA2C7D-9B91-4693-88E8-37BE3860B289}"/>
          </ac:spMkLst>
        </pc:spChg>
      </pc:sldChg>
      <pc:sldChg chg="addSp delSp modSp mod">
        <pc:chgData name="Valentin Tarasov" userId="d425d127-2eed-4d29-ba8b-bffe0c097195" providerId="ADAL" clId="{3011CBAA-EEAF-43FD-B2BB-37E2A611ED19}" dt="2023-01-19T10:21:00.007" v="2665" actId="15"/>
        <pc:sldMkLst>
          <pc:docMk/>
          <pc:sldMk cId="632528010" sldId="1004"/>
        </pc:sldMkLst>
        <pc:spChg chg="mod">
          <ac:chgData name="Valentin Tarasov" userId="d425d127-2eed-4d29-ba8b-bffe0c097195" providerId="ADAL" clId="{3011CBAA-EEAF-43FD-B2BB-37E2A611ED19}" dt="2023-01-19T10:21:00.007" v="2665" actId="15"/>
          <ac:spMkLst>
            <pc:docMk/>
            <pc:sldMk cId="632528010" sldId="1004"/>
            <ac:spMk id="6" creationId="{D3BA2C7D-9B91-4693-88E8-37BE3860B289}"/>
          </ac:spMkLst>
        </pc:spChg>
        <pc:spChg chg="del">
          <ac:chgData name="Valentin Tarasov" userId="d425d127-2eed-4d29-ba8b-bffe0c097195" providerId="ADAL" clId="{3011CBAA-EEAF-43FD-B2BB-37E2A611ED19}" dt="2023-01-13T16:04:14.677" v="717" actId="478"/>
          <ac:spMkLst>
            <pc:docMk/>
            <pc:sldMk cId="632528010" sldId="1004"/>
            <ac:spMk id="8" creationId="{F7470DC4-C013-44E5-96BF-B089E12E01A3}"/>
          </ac:spMkLst>
        </pc:spChg>
        <pc:picChg chg="add mod modCrop">
          <ac:chgData name="Valentin Tarasov" userId="d425d127-2eed-4d29-ba8b-bffe0c097195" providerId="ADAL" clId="{3011CBAA-EEAF-43FD-B2BB-37E2A611ED19}" dt="2023-01-13T16:20:49.290" v="954" actId="1076"/>
          <ac:picMkLst>
            <pc:docMk/>
            <pc:sldMk cId="632528010" sldId="1004"/>
            <ac:picMk id="3" creationId="{0D694304-532B-2090-E1A0-D07436E84EE4}"/>
          </ac:picMkLst>
        </pc:picChg>
      </pc:sldChg>
      <pc:sldChg chg="del">
        <pc:chgData name="Valentin Tarasov" userId="d425d127-2eed-4d29-ba8b-bffe0c097195" providerId="ADAL" clId="{3011CBAA-EEAF-43FD-B2BB-37E2A611ED19}" dt="2023-01-13T15:35:39.124" v="112" actId="2696"/>
        <pc:sldMkLst>
          <pc:docMk/>
          <pc:sldMk cId="797686353" sldId="1006"/>
        </pc:sldMkLst>
      </pc:sldChg>
      <pc:sldChg chg="del">
        <pc:chgData name="Valentin Tarasov" userId="d425d127-2eed-4d29-ba8b-bffe0c097195" providerId="ADAL" clId="{3011CBAA-EEAF-43FD-B2BB-37E2A611ED19}" dt="2023-01-13T15:37:50.187" v="207" actId="2696"/>
        <pc:sldMkLst>
          <pc:docMk/>
          <pc:sldMk cId="2775349992" sldId="1007"/>
        </pc:sldMkLst>
      </pc:sldChg>
      <pc:sldChg chg="modSp mod modNotesTx">
        <pc:chgData name="Valentin Tarasov" userId="d425d127-2eed-4d29-ba8b-bffe0c097195" providerId="ADAL" clId="{3011CBAA-EEAF-43FD-B2BB-37E2A611ED19}" dt="2023-01-17T12:01:41.744" v="991" actId="20577"/>
        <pc:sldMkLst>
          <pc:docMk/>
          <pc:sldMk cId="3865058273" sldId="1018"/>
        </pc:sldMkLst>
        <pc:spChg chg="mod">
          <ac:chgData name="Valentin Tarasov" userId="d425d127-2eed-4d29-ba8b-bffe0c097195" providerId="ADAL" clId="{3011CBAA-EEAF-43FD-B2BB-37E2A611ED19}" dt="2023-01-17T12:01:41.744" v="991" actId="20577"/>
          <ac:spMkLst>
            <pc:docMk/>
            <pc:sldMk cId="3865058273" sldId="1018"/>
            <ac:spMk id="2" creationId="{D7230C45-F116-F984-9851-5D152AAFEB1F}"/>
          </ac:spMkLst>
        </pc:spChg>
      </pc:sldChg>
      <pc:sldChg chg="modSp add mod">
        <pc:chgData name="Valentin Tarasov" userId="d425d127-2eed-4d29-ba8b-bffe0c097195" providerId="ADAL" clId="{3011CBAA-EEAF-43FD-B2BB-37E2A611ED19}" dt="2023-01-18T08:48:50.655" v="2403" actId="20577"/>
        <pc:sldMkLst>
          <pc:docMk/>
          <pc:sldMk cId="1649305397" sldId="1020"/>
        </pc:sldMkLst>
        <pc:spChg chg="mod">
          <ac:chgData name="Valentin Tarasov" userId="d425d127-2eed-4d29-ba8b-bffe0c097195" providerId="ADAL" clId="{3011CBAA-EEAF-43FD-B2BB-37E2A611ED19}" dt="2023-01-18T08:48:50.655" v="2403" actId="20577"/>
          <ac:spMkLst>
            <pc:docMk/>
            <pc:sldMk cId="1649305397" sldId="1020"/>
            <ac:spMk id="6" creationId="{D3BA2C7D-9B91-4693-88E8-37BE3860B289}"/>
          </ac:spMkLst>
        </pc:spChg>
      </pc:sldChg>
      <pc:sldChg chg="add del">
        <pc:chgData name="Valentin Tarasov" userId="d425d127-2eed-4d29-ba8b-bffe0c097195" providerId="ADAL" clId="{3011CBAA-EEAF-43FD-B2BB-37E2A611ED19}" dt="2023-01-17T16:51:01.502" v="1878" actId="2696"/>
        <pc:sldMkLst>
          <pc:docMk/>
          <pc:sldMk cId="2503920408" sldId="4381"/>
        </pc:sldMkLst>
      </pc:sldChg>
      <pc:sldChg chg="add del">
        <pc:chgData name="Valentin Tarasov" userId="d425d127-2eed-4d29-ba8b-bffe0c097195" providerId="ADAL" clId="{3011CBAA-EEAF-43FD-B2BB-37E2A611ED19}" dt="2023-01-17T16:50:51.344" v="1877" actId="2696"/>
        <pc:sldMkLst>
          <pc:docMk/>
          <pc:sldMk cId="2884907267" sldId="2147469604"/>
        </pc:sldMkLst>
      </pc:sldChg>
      <pc:sldChg chg="add del">
        <pc:chgData name="Valentin Tarasov" userId="d425d127-2eed-4d29-ba8b-bffe0c097195" providerId="ADAL" clId="{3011CBAA-EEAF-43FD-B2BB-37E2A611ED19}" dt="2023-01-17T16:48:39.168" v="1819" actId="2696"/>
        <pc:sldMkLst>
          <pc:docMk/>
          <pc:sldMk cId="3546701113" sldId="2147470140"/>
        </pc:sldMkLst>
      </pc:sldChg>
      <pc:sldChg chg="addSp delSp modSp add mod modNotesTx">
        <pc:chgData name="Valentin Tarasov" userId="d425d127-2eed-4d29-ba8b-bffe0c097195" providerId="ADAL" clId="{3011CBAA-EEAF-43FD-B2BB-37E2A611ED19}" dt="2023-01-17T18:22:13.797" v="2340" actId="20577"/>
        <pc:sldMkLst>
          <pc:docMk/>
          <pc:sldMk cId="3126495676" sldId="2147470141"/>
        </pc:sldMkLst>
        <pc:spChg chg="del">
          <ac:chgData name="Valentin Tarasov" userId="d425d127-2eed-4d29-ba8b-bffe0c097195" providerId="ADAL" clId="{3011CBAA-EEAF-43FD-B2BB-37E2A611ED19}" dt="2023-01-17T14:27:30.171" v="1082" actId="478"/>
          <ac:spMkLst>
            <pc:docMk/>
            <pc:sldMk cId="3126495676" sldId="2147470141"/>
            <ac:spMk id="3" creationId="{F6E6BCCA-B540-CF42-6059-F56D0D600911}"/>
          </ac:spMkLst>
        </pc:spChg>
        <pc:spChg chg="mod">
          <ac:chgData name="Valentin Tarasov" userId="d425d127-2eed-4d29-ba8b-bffe0c097195" providerId="ADAL" clId="{3011CBAA-EEAF-43FD-B2BB-37E2A611ED19}" dt="2023-01-17T14:37:50.459" v="1174" actId="20577"/>
          <ac:spMkLst>
            <pc:docMk/>
            <pc:sldMk cId="3126495676" sldId="2147470141"/>
            <ac:spMk id="4" creationId="{AF1743EB-3136-44E4-BB6C-C84A4927E2F1}"/>
          </ac:spMkLst>
        </pc:spChg>
        <pc:spChg chg="del">
          <ac:chgData name="Valentin Tarasov" userId="d425d127-2eed-4d29-ba8b-bffe0c097195" providerId="ADAL" clId="{3011CBAA-EEAF-43FD-B2BB-37E2A611ED19}" dt="2023-01-17T14:27:27.915" v="1081" actId="478"/>
          <ac:spMkLst>
            <pc:docMk/>
            <pc:sldMk cId="3126495676" sldId="2147470141"/>
            <ac:spMk id="6" creationId="{D3BA2C7D-9B91-4693-88E8-37BE3860B289}"/>
          </ac:spMkLst>
        </pc:spChg>
        <pc:spChg chg="add del mod">
          <ac:chgData name="Valentin Tarasov" userId="d425d127-2eed-4d29-ba8b-bffe0c097195" providerId="ADAL" clId="{3011CBAA-EEAF-43FD-B2BB-37E2A611ED19}" dt="2023-01-17T14:47:32.484" v="1664" actId="478"/>
          <ac:spMkLst>
            <pc:docMk/>
            <pc:sldMk cId="3126495676" sldId="2147470141"/>
            <ac:spMk id="17" creationId="{18B2832C-E7B3-3A57-DB35-AF7F65B5B051}"/>
          </ac:spMkLst>
        </pc:spChg>
        <pc:spChg chg="add mod">
          <ac:chgData name="Valentin Tarasov" userId="d425d127-2eed-4d29-ba8b-bffe0c097195" providerId="ADAL" clId="{3011CBAA-EEAF-43FD-B2BB-37E2A611ED19}" dt="2023-01-17T16:48:21.794" v="1818" actId="20577"/>
          <ac:spMkLst>
            <pc:docMk/>
            <pc:sldMk cId="3126495676" sldId="2147470141"/>
            <ac:spMk id="18" creationId="{552399AF-70B0-7A89-3845-28156A0E7D6B}"/>
          </ac:spMkLst>
        </pc:spChg>
        <pc:spChg chg="add mod">
          <ac:chgData name="Valentin Tarasov" userId="d425d127-2eed-4d29-ba8b-bffe0c097195" providerId="ADAL" clId="{3011CBAA-EEAF-43FD-B2BB-37E2A611ED19}" dt="2023-01-17T18:19:19.324" v="2282" actId="313"/>
          <ac:spMkLst>
            <pc:docMk/>
            <pc:sldMk cId="3126495676" sldId="2147470141"/>
            <ac:spMk id="19" creationId="{092E6975-C078-31A5-9345-24A545748FE8}"/>
          </ac:spMkLst>
        </pc:spChg>
        <pc:spChg chg="add mod">
          <ac:chgData name="Valentin Tarasov" userId="d425d127-2eed-4d29-ba8b-bffe0c097195" providerId="ADAL" clId="{3011CBAA-EEAF-43FD-B2BB-37E2A611ED19}" dt="2023-01-17T16:49:10.258" v="1822" actId="1076"/>
          <ac:spMkLst>
            <pc:docMk/>
            <pc:sldMk cId="3126495676" sldId="2147470141"/>
            <ac:spMk id="20" creationId="{B9975AE2-708C-BFF2-3DFD-BEC4C2218A4E}"/>
          </ac:spMkLst>
        </pc:spChg>
        <pc:spChg chg="add mod">
          <ac:chgData name="Valentin Tarasov" userId="d425d127-2eed-4d29-ba8b-bffe0c097195" providerId="ADAL" clId="{3011CBAA-EEAF-43FD-B2BB-37E2A611ED19}" dt="2023-01-17T16:50:46.338" v="1876" actId="14100"/>
          <ac:spMkLst>
            <pc:docMk/>
            <pc:sldMk cId="3126495676" sldId="2147470141"/>
            <ac:spMk id="21" creationId="{DB529F43-E3D1-748C-023D-99F3D8BCDE37}"/>
          </ac:spMkLst>
        </pc:spChg>
        <pc:spChg chg="add mod">
          <ac:chgData name="Valentin Tarasov" userId="d425d127-2eed-4d29-ba8b-bffe0c097195" providerId="ADAL" clId="{3011CBAA-EEAF-43FD-B2BB-37E2A611ED19}" dt="2023-01-17T14:50:12.640" v="1727" actId="1076"/>
          <ac:spMkLst>
            <pc:docMk/>
            <pc:sldMk cId="3126495676" sldId="2147470141"/>
            <ac:spMk id="22" creationId="{F30993B0-8952-BB7B-4D1C-9EB527A640FE}"/>
          </ac:spMkLst>
        </pc:spChg>
        <pc:picChg chg="add mod">
          <ac:chgData name="Valentin Tarasov" userId="d425d127-2eed-4d29-ba8b-bffe0c097195" providerId="ADAL" clId="{3011CBAA-EEAF-43FD-B2BB-37E2A611ED19}" dt="2023-01-17T16:49:05.758" v="1821" actId="1076"/>
          <ac:picMkLst>
            <pc:docMk/>
            <pc:sldMk cId="3126495676" sldId="2147470141"/>
            <ac:picMk id="2" creationId="{9EFD5C21-D7E6-C6AF-DD2B-FB6683008CBF}"/>
          </ac:picMkLst>
        </pc:picChg>
        <pc:inkChg chg="add del">
          <ac:chgData name="Valentin Tarasov" userId="d425d127-2eed-4d29-ba8b-bffe0c097195" providerId="ADAL" clId="{3011CBAA-EEAF-43FD-B2BB-37E2A611ED19}" dt="2023-01-17T14:34:13.918" v="1087" actId="9405"/>
          <ac:inkMkLst>
            <pc:docMk/>
            <pc:sldMk cId="3126495676" sldId="2147470141"/>
            <ac:inkMk id="5" creationId="{3EAA37B1-5063-0F28-58AA-6841E317E3F5}"/>
          </ac:inkMkLst>
        </pc:inkChg>
        <pc:cxnChg chg="add mod">
          <ac:chgData name="Valentin Tarasov" userId="d425d127-2eed-4d29-ba8b-bffe0c097195" providerId="ADAL" clId="{3011CBAA-EEAF-43FD-B2BB-37E2A611ED19}" dt="2023-01-17T16:49:56.778" v="1863" actId="14100"/>
          <ac:cxnSpMkLst>
            <pc:docMk/>
            <pc:sldMk cId="3126495676" sldId="2147470141"/>
            <ac:cxnSpMk id="8" creationId="{F78D8198-5113-DDFC-75B5-019CE955FF95}"/>
          </ac:cxnSpMkLst>
        </pc:cxnChg>
        <pc:cxnChg chg="add mod">
          <ac:chgData name="Valentin Tarasov" userId="d425d127-2eed-4d29-ba8b-bffe0c097195" providerId="ADAL" clId="{3011CBAA-EEAF-43FD-B2BB-37E2A611ED19}" dt="2023-01-17T16:50:00.811" v="1864" actId="14100"/>
          <ac:cxnSpMkLst>
            <pc:docMk/>
            <pc:sldMk cId="3126495676" sldId="2147470141"/>
            <ac:cxnSpMk id="10" creationId="{44A5E0F5-5BCC-4130-A65C-908F3E3491D5}"/>
          </ac:cxnSpMkLst>
        </pc:cxnChg>
        <pc:cxnChg chg="add mod">
          <ac:chgData name="Valentin Tarasov" userId="d425d127-2eed-4d29-ba8b-bffe0c097195" providerId="ADAL" clId="{3011CBAA-EEAF-43FD-B2BB-37E2A611ED19}" dt="2023-01-17T16:49:15.032" v="1823" actId="14100"/>
          <ac:cxnSpMkLst>
            <pc:docMk/>
            <pc:sldMk cId="3126495676" sldId="2147470141"/>
            <ac:cxnSpMk id="12" creationId="{8C5C22FD-E0E5-B17C-93F0-AE3AC5C1C142}"/>
          </ac:cxnSpMkLst>
        </pc:cxnChg>
        <pc:cxnChg chg="add mod">
          <ac:chgData name="Valentin Tarasov" userId="d425d127-2eed-4d29-ba8b-bffe0c097195" providerId="ADAL" clId="{3011CBAA-EEAF-43FD-B2BB-37E2A611ED19}" dt="2023-01-17T16:49:44.017" v="1861" actId="14100"/>
          <ac:cxnSpMkLst>
            <pc:docMk/>
            <pc:sldMk cId="3126495676" sldId="2147470141"/>
            <ac:cxnSpMk id="14" creationId="{BD2E803A-D74A-409A-E3EB-2B44BEA4B308}"/>
          </ac:cxnSpMkLst>
        </pc:cxnChg>
        <pc:cxnChg chg="add mod">
          <ac:chgData name="Valentin Tarasov" userId="d425d127-2eed-4d29-ba8b-bffe0c097195" providerId="ADAL" clId="{3011CBAA-EEAF-43FD-B2BB-37E2A611ED19}" dt="2023-01-17T16:50:46.338" v="1876" actId="14100"/>
          <ac:cxnSpMkLst>
            <pc:docMk/>
            <pc:sldMk cId="3126495676" sldId="2147470141"/>
            <ac:cxnSpMk id="16" creationId="{D53B593B-9E9A-3B23-3F21-7952FFC1F96B}"/>
          </ac:cxnSpMkLst>
        </pc:cxnChg>
      </pc:sldChg>
      <pc:sldMasterChg chg="delSldLayout">
        <pc:chgData name="Valentin Tarasov" userId="d425d127-2eed-4d29-ba8b-bffe0c097195" providerId="ADAL" clId="{3011CBAA-EEAF-43FD-B2BB-37E2A611ED19}" dt="2023-01-17T16:51:01.502" v="1878" actId="2696"/>
        <pc:sldMasterMkLst>
          <pc:docMk/>
          <pc:sldMasterMk cId="2837386469" sldId="2147483757"/>
        </pc:sldMasterMkLst>
        <pc:sldLayoutChg chg="del">
          <pc:chgData name="Valentin Tarasov" userId="d425d127-2eed-4d29-ba8b-bffe0c097195" providerId="ADAL" clId="{3011CBAA-EEAF-43FD-B2BB-37E2A611ED19}" dt="2023-01-17T16:51:01.502" v="1878" actId="2696"/>
          <pc:sldLayoutMkLst>
            <pc:docMk/>
            <pc:sldMasterMk cId="2837386469" sldId="2147483757"/>
            <pc:sldLayoutMk cId="2121790159" sldId="2147483815"/>
          </pc:sldLayoutMkLst>
        </pc:sldLayoutChg>
        <pc:sldLayoutChg chg="del">
          <pc:chgData name="Valentin Tarasov" userId="d425d127-2eed-4d29-ba8b-bffe0c097195" providerId="ADAL" clId="{3011CBAA-EEAF-43FD-B2BB-37E2A611ED19}" dt="2023-01-17T16:48:39.168" v="1819" actId="2696"/>
          <pc:sldLayoutMkLst>
            <pc:docMk/>
            <pc:sldMasterMk cId="2837386469" sldId="2147483757"/>
            <pc:sldLayoutMk cId="3411153058" sldId="2147483816"/>
          </pc:sldLayoutMkLst>
        </pc:sldLayoutChg>
      </pc:sldMasterChg>
    </pc:docChg>
  </pc:docChgLst>
</pc:chgInfo>
</file>

<file path=ppt/comments/modernComment_3F9_B046FB7.xml><?xml version="1.0" encoding="utf-8"?>
<p188:cmLst xmlns:a="http://schemas.openxmlformats.org/drawingml/2006/main" xmlns:r="http://schemas.openxmlformats.org/officeDocument/2006/relationships" xmlns:p188="http://schemas.microsoft.com/office/powerpoint/2018/8/main">
  <p188:cm id="{2139A547-8355-4544-849A-DA0B5B165F82}" authorId="{4525345C-4B8D-11DE-DEE1-89A3B50A7EBE}" status="resolved" created="2023-02-02T12:25:45.668" complete="100000">
    <pc:sldMkLst xmlns:pc="http://schemas.microsoft.com/office/powerpoint/2013/main/command">
      <pc:docMk/>
      <pc:sldMk cId="184840119" sldId="1017"/>
    </pc:sldMkLst>
    <p188:txBody>
      <a:bodyPr/>
      <a:lstStyle/>
      <a:p>
        <a:r>
          <a:rPr lang="en-GB"/>
          <a:t>Just briefly mention that ORC exists</a:t>
        </a:r>
      </a:p>
    </p188:txBody>
  </p188:cm>
</p188:cmLst>
</file>

<file path=ppt/comments/modernComment_3FA_E6601BE1.xml><?xml version="1.0" encoding="utf-8"?>
<p188:cmLst xmlns:a="http://schemas.openxmlformats.org/drawingml/2006/main" xmlns:r="http://schemas.openxmlformats.org/officeDocument/2006/relationships" xmlns:p188="http://schemas.microsoft.com/office/powerpoint/2018/8/main">
  <p188:cm id="{93A29B7B-633B-4D53-8AB5-1063E316947F}" authorId="{4525345C-4B8D-11DE-DEE1-89A3B50A7EBE}" status="resolved" created="2023-02-02T12:19:40.137" complete="100000">
    <pc:sldMkLst xmlns:pc="http://schemas.microsoft.com/office/powerpoint/2013/main/command">
      <pc:docMk/>
      <pc:sldMk cId="3865058273" sldId="1018"/>
    </pc:sldMkLst>
    <p188:txBody>
      <a:bodyPr/>
      <a:lstStyle/>
      <a:p>
        <a:r>
          <a:rPr lang="en-GB"/>
          <a:t>1 - Разбить 2 на слайда
2 - Минимально осветить ML и подходы, конкретизировать что ML хоть и относится к данным, но дата инженер это чуть другое</a:t>
        </a:r>
      </a:p>
    </p188:txBody>
  </p188:cm>
</p188:cmLst>
</file>

<file path=ppt/comments/modernComment_7FFFCB3D_BA5A89BC.xml><?xml version="1.0" encoding="utf-8"?>
<p188:cmLst xmlns:a="http://schemas.openxmlformats.org/drawingml/2006/main" xmlns:r="http://schemas.openxmlformats.org/officeDocument/2006/relationships" xmlns:p188="http://schemas.microsoft.com/office/powerpoint/2018/8/main">
  <p188:cm id="{D055D9DB-8960-4435-9817-A3C2D1CE6CE6}" authorId="{4525345C-4B8D-11DE-DEE1-89A3B50A7EBE}" status="resolved" created="2023-04-26T10:22:56.370" complete="100000">
    <pc:sldMkLst xmlns:pc="http://schemas.microsoft.com/office/powerpoint/2013/main/command">
      <pc:docMk/>
      <pc:sldMk cId="3126495676" sldId="2147470141"/>
    </pc:sldMkLst>
    <p188:txBody>
      <a:bodyPr/>
      <a:lstStyle/>
      <a:p>
        <a:r>
          <a:rPr lang="en-GB"/>
          <a:t>Add conversation with students if possible.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F5E9BF7-95E4-A242-BA1D-05FDCF603BE6}" type="datetime1">
              <a:rPr lang="en-US" smtClean="0"/>
              <a:t>5/3/2023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DDDC95D-4A3A-7D4E-AF7C-745F2732B14A}" type="slidenum">
              <a:rPr lang="en-US" smtClean="0"/>
              <a:t>‹#›</a:t>
            </a:fld>
            <a:endParaRPr lang="en-US"/>
          </a:p>
        </p:txBody>
      </p:sp>
    </p:spTree>
    <p:extLst>
      <p:ext uri="{BB962C8B-B14F-4D97-AF65-F5344CB8AC3E}">
        <p14:creationId xmlns:p14="http://schemas.microsoft.com/office/powerpoint/2010/main" val="307864561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5DBCB1-0306-AD41-9452-11E7C08D5C04}" type="datetime1">
              <a:rPr lang="en-US" smtClean="0"/>
              <a:t>5/3/2023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E90029-A909-AD4E-9775-A0D64990AD22}" type="slidenum">
              <a:rPr lang="en-US" smtClean="0"/>
              <a:t>‹#›</a:t>
            </a:fld>
            <a:endParaRPr lang="en-US"/>
          </a:p>
        </p:txBody>
      </p:sp>
    </p:spTree>
    <p:extLst>
      <p:ext uri="{BB962C8B-B14F-4D97-AF65-F5344CB8AC3E}">
        <p14:creationId xmlns:p14="http://schemas.microsoft.com/office/powerpoint/2010/main" val="51872081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ocs.databricks.com/lakehouse/acid.html#atomicity" TargetMode="External"/><Relationship Id="rId2" Type="http://schemas.openxmlformats.org/officeDocument/2006/relationships/slide" Target="../slides/slide10.xml"/><Relationship Id="rId1" Type="http://schemas.openxmlformats.org/officeDocument/2006/relationships/notesMaster" Target="../notesMasters/notesMaster1.xml"/><Relationship Id="rId6" Type="http://schemas.openxmlformats.org/officeDocument/2006/relationships/hyperlink" Target="https://docs.databricks.com/lakehouse/acid.html#durability" TargetMode="External"/><Relationship Id="rId5" Type="http://schemas.openxmlformats.org/officeDocument/2006/relationships/hyperlink" Target="https://docs.databricks.com/lakehouse/acid.html#isolation" TargetMode="External"/><Relationship Id="rId4" Type="http://schemas.openxmlformats.org/officeDocument/2006/relationships/hyperlink" Target="https://docs.databricks.com/lakehouse/acid.html#consistency"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E90029-A909-AD4E-9775-A0D64990AD22}" type="slidenum">
              <a:rPr lang="en-US" smtClean="0"/>
              <a:t>2</a:t>
            </a:fld>
            <a:endParaRPr lang="en-US"/>
          </a:p>
        </p:txBody>
      </p:sp>
    </p:spTree>
    <p:extLst>
      <p:ext uri="{BB962C8B-B14F-4D97-AF65-F5344CB8AC3E}">
        <p14:creationId xmlns:p14="http://schemas.microsoft.com/office/powerpoint/2010/main" val="37313025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Veracity – accuracy, Data Quality issues</a:t>
            </a:r>
          </a:p>
          <a:p>
            <a:r>
              <a:rPr lang="en-US" dirty="0"/>
              <a:t>The development of open-source tools such as Hadoop and Spark led to growth.</a:t>
            </a:r>
          </a:p>
          <a:p>
            <a:r>
              <a:rPr lang="en-US" dirty="0"/>
              <a:t>500 Tbs generated on Facebook by users per day. The jet engine generates 10 Tbs per 30 min of flight</a:t>
            </a:r>
          </a:p>
          <a:p>
            <a:r>
              <a:rPr lang="en-US" sz="1200" dirty="0"/>
              <a:t>Structured - tables</a:t>
            </a:r>
            <a:endParaRPr lang="en-US" dirty="0"/>
          </a:p>
        </p:txBody>
      </p:sp>
      <p:sp>
        <p:nvSpPr>
          <p:cNvPr id="4" name="Slide Number Placeholder 3"/>
          <p:cNvSpPr>
            <a:spLocks noGrp="1"/>
          </p:cNvSpPr>
          <p:nvPr>
            <p:ph type="sldNum" sz="quarter" idx="5"/>
          </p:nvPr>
        </p:nvSpPr>
        <p:spPr/>
        <p:txBody>
          <a:bodyPr/>
          <a:lstStyle/>
          <a:p>
            <a:fld id="{7AE90029-A909-AD4E-9775-A0D64990AD22}" type="slidenum">
              <a:rPr lang="en-US" smtClean="0"/>
              <a:t>4</a:t>
            </a:fld>
            <a:endParaRPr lang="en-US"/>
          </a:p>
        </p:txBody>
      </p:sp>
    </p:spTree>
    <p:extLst>
      <p:ext uri="{BB962C8B-B14F-4D97-AF65-F5344CB8AC3E}">
        <p14:creationId xmlns:p14="http://schemas.microsoft.com/office/powerpoint/2010/main" val="42448064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DWH is not gone, but we do not need data to be structured, cleaned, and prepared. We could collect everything, even before we consider how data will be used in future.</a:t>
            </a:r>
          </a:p>
        </p:txBody>
      </p:sp>
      <p:sp>
        <p:nvSpPr>
          <p:cNvPr id="4" name="Slide Number Placeholder 3"/>
          <p:cNvSpPr>
            <a:spLocks noGrp="1"/>
          </p:cNvSpPr>
          <p:nvPr>
            <p:ph type="sldNum" sz="quarter" idx="5"/>
          </p:nvPr>
        </p:nvSpPr>
        <p:spPr/>
        <p:txBody>
          <a:bodyPr/>
          <a:lstStyle/>
          <a:p>
            <a:fld id="{7AE90029-A909-AD4E-9775-A0D64990AD22}" type="slidenum">
              <a:rPr lang="en-US" smtClean="0"/>
              <a:t>6</a:t>
            </a:fld>
            <a:endParaRPr lang="en-US"/>
          </a:p>
        </p:txBody>
      </p:sp>
    </p:spTree>
    <p:extLst>
      <p:ext uri="{BB962C8B-B14F-4D97-AF65-F5344CB8AC3E}">
        <p14:creationId xmlns:p14="http://schemas.microsoft.com/office/powerpoint/2010/main" val="3131410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DWH is not gone, but we do not need data to be structured, cleaned, and prepared. We could collect everything, even before we consider how data will be used in future.</a:t>
            </a:r>
          </a:p>
        </p:txBody>
      </p:sp>
      <p:sp>
        <p:nvSpPr>
          <p:cNvPr id="4" name="Slide Number Placeholder 3"/>
          <p:cNvSpPr>
            <a:spLocks noGrp="1"/>
          </p:cNvSpPr>
          <p:nvPr>
            <p:ph type="sldNum" sz="quarter" idx="5"/>
          </p:nvPr>
        </p:nvSpPr>
        <p:spPr/>
        <p:txBody>
          <a:bodyPr/>
          <a:lstStyle/>
          <a:p>
            <a:fld id="{7AE90029-A909-AD4E-9775-A0D64990AD22}" type="slidenum">
              <a:rPr lang="en-US" smtClean="0"/>
              <a:t>7</a:t>
            </a:fld>
            <a:endParaRPr lang="en-US"/>
          </a:p>
        </p:txBody>
      </p:sp>
    </p:spTree>
    <p:extLst>
      <p:ext uri="{BB962C8B-B14F-4D97-AF65-F5344CB8AC3E}">
        <p14:creationId xmlns:p14="http://schemas.microsoft.com/office/powerpoint/2010/main" val="969830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Governance – who owns, data lineage, access, integrity</a:t>
            </a:r>
          </a:p>
        </p:txBody>
      </p:sp>
      <p:sp>
        <p:nvSpPr>
          <p:cNvPr id="4" name="Slide Number Placeholder 3"/>
          <p:cNvSpPr>
            <a:spLocks noGrp="1"/>
          </p:cNvSpPr>
          <p:nvPr>
            <p:ph type="sldNum" sz="quarter" idx="5"/>
          </p:nvPr>
        </p:nvSpPr>
        <p:spPr/>
        <p:txBody>
          <a:bodyPr/>
          <a:lstStyle/>
          <a:p>
            <a:fld id="{7AE90029-A909-AD4E-9775-A0D64990AD22}" type="slidenum">
              <a:rPr lang="en-US" smtClean="0"/>
              <a:t>8</a:t>
            </a:fld>
            <a:endParaRPr lang="en-US"/>
          </a:p>
        </p:txBody>
      </p:sp>
    </p:spTree>
    <p:extLst>
      <p:ext uri="{BB962C8B-B14F-4D97-AF65-F5344CB8AC3E}">
        <p14:creationId xmlns:p14="http://schemas.microsoft.com/office/powerpoint/2010/main" val="2294638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u="none" strike="noStrike" dirty="0">
                <a:solidFill>
                  <a:srgbClr val="2272B4"/>
                </a:solidFill>
                <a:effectLst/>
                <a:latin typeface="DMSans"/>
                <a:hlinkClick r:id="rId3"/>
              </a:rPr>
              <a:t>Atomicity</a:t>
            </a:r>
            <a:r>
              <a:rPr lang="en-US" b="0" i="0" dirty="0">
                <a:solidFill>
                  <a:srgbClr val="1B3139"/>
                </a:solidFill>
                <a:effectLst/>
                <a:latin typeface="DMSans"/>
              </a:rPr>
              <a:t> means that all transactions either succeed or fail completely.</a:t>
            </a:r>
          </a:p>
          <a:p>
            <a:pPr algn="l">
              <a:buFont typeface="Arial" panose="020B0604020202020204" pitchFamily="34" charset="0"/>
              <a:buChar char="•"/>
            </a:pPr>
            <a:r>
              <a:rPr lang="en-US" b="0" i="0" u="none" strike="noStrike" dirty="0">
                <a:solidFill>
                  <a:srgbClr val="2272B4"/>
                </a:solidFill>
                <a:effectLst/>
                <a:latin typeface="DMSans"/>
                <a:hlinkClick r:id="rId4"/>
              </a:rPr>
              <a:t>Consistency</a:t>
            </a:r>
            <a:r>
              <a:rPr lang="en-US" b="0" i="0" dirty="0">
                <a:solidFill>
                  <a:srgbClr val="1B3139"/>
                </a:solidFill>
                <a:effectLst/>
                <a:latin typeface="DMSans"/>
              </a:rPr>
              <a:t> guarantees relate to how a given state of the data is observed by simultaneous operations.</a:t>
            </a:r>
          </a:p>
          <a:p>
            <a:pPr algn="l">
              <a:buFont typeface="Arial" panose="020B0604020202020204" pitchFamily="34" charset="0"/>
              <a:buChar char="•"/>
            </a:pPr>
            <a:r>
              <a:rPr lang="en-US" b="0" i="0" u="none" strike="noStrike" dirty="0">
                <a:solidFill>
                  <a:srgbClr val="2272B4"/>
                </a:solidFill>
                <a:effectLst/>
                <a:latin typeface="DMSans"/>
                <a:hlinkClick r:id="rId5"/>
              </a:rPr>
              <a:t>Isolation</a:t>
            </a:r>
            <a:r>
              <a:rPr lang="en-US" b="0" i="0" dirty="0">
                <a:solidFill>
                  <a:srgbClr val="1B3139"/>
                </a:solidFill>
                <a:effectLst/>
                <a:latin typeface="DMSans"/>
              </a:rPr>
              <a:t> refers to how simultaneous operations potentially conflict with one another.</a:t>
            </a:r>
          </a:p>
          <a:p>
            <a:pPr algn="l">
              <a:buFont typeface="Arial" panose="020B0604020202020204" pitchFamily="34" charset="0"/>
              <a:buChar char="•"/>
            </a:pPr>
            <a:r>
              <a:rPr lang="en-US" b="0" i="0" u="none" strike="noStrike" dirty="0">
                <a:solidFill>
                  <a:srgbClr val="2272B4"/>
                </a:solidFill>
                <a:effectLst/>
                <a:latin typeface="DMSans"/>
                <a:hlinkClick r:id="rId6"/>
              </a:rPr>
              <a:t>Durability</a:t>
            </a:r>
            <a:r>
              <a:rPr lang="en-US" b="0" i="0" dirty="0">
                <a:solidFill>
                  <a:srgbClr val="1B3139"/>
                </a:solidFill>
                <a:effectLst/>
                <a:latin typeface="DMSans"/>
              </a:rPr>
              <a:t> means that committed changes are permanent.</a:t>
            </a:r>
          </a:p>
          <a:p>
            <a:endParaRPr lang="en-US" dirty="0"/>
          </a:p>
          <a:p>
            <a:r>
              <a:rPr lang="en-US" dirty="0"/>
              <a:t>ML/AI needs Raw data. Not sure what data could be useful in future</a:t>
            </a:r>
            <a:br>
              <a:rPr lang="en-US" dirty="0"/>
            </a:br>
            <a:r>
              <a:rPr lang="en-US" b="1" dirty="0"/>
              <a:t>ML is not DQE or DE</a:t>
            </a:r>
          </a:p>
        </p:txBody>
      </p:sp>
      <p:sp>
        <p:nvSpPr>
          <p:cNvPr id="4" name="Slide Number Placeholder 3"/>
          <p:cNvSpPr>
            <a:spLocks noGrp="1"/>
          </p:cNvSpPr>
          <p:nvPr>
            <p:ph type="sldNum" sz="quarter" idx="5"/>
          </p:nvPr>
        </p:nvSpPr>
        <p:spPr/>
        <p:txBody>
          <a:bodyPr/>
          <a:lstStyle/>
          <a:p>
            <a:fld id="{7AE90029-A909-AD4E-9775-A0D64990AD22}" type="slidenum">
              <a:rPr lang="en-US" smtClean="0"/>
              <a:t>10</a:t>
            </a:fld>
            <a:endParaRPr lang="en-US"/>
          </a:p>
        </p:txBody>
      </p:sp>
    </p:spTree>
    <p:extLst>
      <p:ext uri="{BB962C8B-B14F-4D97-AF65-F5344CB8AC3E}">
        <p14:creationId xmlns:p14="http://schemas.microsoft.com/office/powerpoint/2010/main" val="2280115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srgbClr val="0A0A23"/>
                </a:solidFill>
                <a:latin typeface="Lato"/>
              </a:rPr>
              <a:t>Ask if the same was on the DWH lectures</a:t>
            </a:r>
            <a:endParaRPr lang="en-US" dirty="0"/>
          </a:p>
          <a:p>
            <a:r>
              <a:rPr lang="en-US" dirty="0"/>
              <a:t>Always possible to take a step back and re-process the data in case of issues.</a:t>
            </a:r>
          </a:p>
          <a:p>
            <a:pPr marL="0" indent="0">
              <a:buNone/>
            </a:pPr>
            <a:r>
              <a:rPr lang="en-US" dirty="0"/>
              <a:t>Other architecture frameworks: </a:t>
            </a:r>
            <a:r>
              <a:rPr lang="en-US" sz="1200" b="0" i="0" dirty="0">
                <a:solidFill>
                  <a:srgbClr val="0A0A23"/>
                </a:solidFill>
                <a:effectLst/>
                <a:latin typeface="Lato"/>
              </a:rPr>
              <a:t>data factory, </a:t>
            </a:r>
            <a:r>
              <a:rPr lang="en-US" sz="1200" dirty="0">
                <a:solidFill>
                  <a:srgbClr val="0A0A23"/>
                </a:solidFill>
                <a:latin typeface="Lato"/>
              </a:rPr>
              <a:t>Data Mesh, Active schema</a:t>
            </a:r>
          </a:p>
          <a:p>
            <a:endParaRPr lang="en-US" dirty="0"/>
          </a:p>
        </p:txBody>
      </p:sp>
      <p:sp>
        <p:nvSpPr>
          <p:cNvPr id="4" name="Slide Number Placeholder 3"/>
          <p:cNvSpPr>
            <a:spLocks noGrp="1"/>
          </p:cNvSpPr>
          <p:nvPr>
            <p:ph type="sldNum" sz="quarter" idx="5"/>
          </p:nvPr>
        </p:nvSpPr>
        <p:spPr/>
        <p:txBody>
          <a:bodyPr/>
          <a:lstStyle/>
          <a:p>
            <a:fld id="{7AE90029-A909-AD4E-9775-A0D64990AD22}" type="slidenum">
              <a:rPr lang="en-US" smtClean="0"/>
              <a:t>11</a:t>
            </a:fld>
            <a:endParaRPr lang="en-US"/>
          </a:p>
        </p:txBody>
      </p:sp>
    </p:spTree>
    <p:extLst>
      <p:ext uri="{BB962C8B-B14F-4D97-AF65-F5344CB8AC3E}">
        <p14:creationId xmlns:p14="http://schemas.microsoft.com/office/powerpoint/2010/main" val="4206109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t>Massively parallel processing</a:t>
            </a:r>
          </a:p>
        </p:txBody>
      </p:sp>
      <p:sp>
        <p:nvSpPr>
          <p:cNvPr id="4" name="Slide Number Placeholder 3"/>
          <p:cNvSpPr>
            <a:spLocks noGrp="1"/>
          </p:cNvSpPr>
          <p:nvPr>
            <p:ph type="sldNum" sz="quarter" idx="5"/>
          </p:nvPr>
        </p:nvSpPr>
        <p:spPr/>
        <p:txBody>
          <a:bodyPr/>
          <a:lstStyle/>
          <a:p>
            <a:fld id="{7AE90029-A909-AD4E-9775-A0D64990AD22}" type="slidenum">
              <a:rPr lang="en-US" smtClean="0"/>
              <a:t>13</a:t>
            </a:fld>
            <a:endParaRPr lang="en-US"/>
          </a:p>
        </p:txBody>
      </p:sp>
    </p:spTree>
    <p:extLst>
      <p:ext uri="{BB962C8B-B14F-4D97-AF65-F5344CB8AC3E}">
        <p14:creationId xmlns:p14="http://schemas.microsoft.com/office/powerpoint/2010/main" val="5635567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t>Buckets same as Clusters – splitting data by volume, not by meaningful content, should be sorted inside</a:t>
            </a:r>
          </a:p>
        </p:txBody>
      </p:sp>
      <p:sp>
        <p:nvSpPr>
          <p:cNvPr id="4" name="Slide Number Placeholder 3"/>
          <p:cNvSpPr>
            <a:spLocks noGrp="1"/>
          </p:cNvSpPr>
          <p:nvPr>
            <p:ph type="sldNum" sz="quarter" idx="5"/>
          </p:nvPr>
        </p:nvSpPr>
        <p:spPr/>
        <p:txBody>
          <a:bodyPr/>
          <a:lstStyle/>
          <a:p>
            <a:fld id="{7AE90029-A909-AD4E-9775-A0D64990AD22}" type="slidenum">
              <a:rPr lang="en-US" smtClean="0"/>
              <a:t>14</a:t>
            </a:fld>
            <a:endParaRPr lang="en-US"/>
          </a:p>
        </p:txBody>
      </p:sp>
    </p:spTree>
    <p:extLst>
      <p:ext uri="{BB962C8B-B14F-4D97-AF65-F5344CB8AC3E}">
        <p14:creationId xmlns:p14="http://schemas.microsoft.com/office/powerpoint/2010/main" val="12291315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optimized for storage, “archived”</a:t>
            </a:r>
          </a:p>
          <a:p>
            <a:endParaRPr lang="en-US" dirty="0"/>
          </a:p>
        </p:txBody>
      </p:sp>
      <p:sp>
        <p:nvSpPr>
          <p:cNvPr id="4" name="Slide Number Placeholder 3"/>
          <p:cNvSpPr>
            <a:spLocks noGrp="1"/>
          </p:cNvSpPr>
          <p:nvPr>
            <p:ph type="sldNum" sz="quarter" idx="5"/>
          </p:nvPr>
        </p:nvSpPr>
        <p:spPr/>
        <p:txBody>
          <a:bodyPr/>
          <a:lstStyle/>
          <a:p>
            <a:fld id="{7AE90029-A909-AD4E-9775-A0D64990AD22}" type="slidenum">
              <a:rPr lang="en-US" smtClean="0"/>
              <a:t>16</a:t>
            </a:fld>
            <a:endParaRPr lang="en-US"/>
          </a:p>
        </p:txBody>
      </p:sp>
    </p:spTree>
    <p:extLst>
      <p:ext uri="{BB962C8B-B14F-4D97-AF65-F5344CB8AC3E}">
        <p14:creationId xmlns:p14="http://schemas.microsoft.com/office/powerpoint/2010/main" val="6255640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E.g. for reading only top 100 values</a:t>
            </a:r>
          </a:p>
        </p:txBody>
      </p:sp>
      <p:sp>
        <p:nvSpPr>
          <p:cNvPr id="4" name="Slide Number Placeholder 3"/>
          <p:cNvSpPr>
            <a:spLocks noGrp="1"/>
          </p:cNvSpPr>
          <p:nvPr>
            <p:ph type="sldNum" sz="quarter" idx="5"/>
          </p:nvPr>
        </p:nvSpPr>
        <p:spPr/>
        <p:txBody>
          <a:bodyPr/>
          <a:lstStyle/>
          <a:p>
            <a:fld id="{7AE90029-A909-AD4E-9775-A0D64990AD22}" type="slidenum">
              <a:rPr lang="en-US" smtClean="0"/>
              <a:t>17</a:t>
            </a:fld>
            <a:endParaRPr lang="en-US"/>
          </a:p>
        </p:txBody>
      </p:sp>
    </p:spTree>
    <p:extLst>
      <p:ext uri="{BB962C8B-B14F-4D97-AF65-F5344CB8AC3E}">
        <p14:creationId xmlns:p14="http://schemas.microsoft.com/office/powerpoint/2010/main" val="3612464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E90029-A909-AD4E-9775-A0D64990AD22}" type="slidenum">
              <a:rPr lang="en-US" smtClean="0"/>
              <a:t>18</a:t>
            </a:fld>
            <a:endParaRPr lang="en-US"/>
          </a:p>
        </p:txBody>
      </p:sp>
    </p:spTree>
    <p:extLst>
      <p:ext uri="{BB962C8B-B14F-4D97-AF65-F5344CB8AC3E}">
        <p14:creationId xmlns:p14="http://schemas.microsoft.com/office/powerpoint/2010/main" val="41978923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1" i="0" dirty="0">
                <a:solidFill>
                  <a:srgbClr val="333333"/>
                </a:solidFill>
                <a:effectLst/>
                <a:latin typeface="barlow" panose="00000500000000000000" pitchFamily="2" charset="0"/>
              </a:rPr>
              <a:t>Spend here as less time as possible</a:t>
            </a:r>
          </a:p>
          <a:p>
            <a:pPr algn="l">
              <a:buFont typeface="Arial" panose="020B0604020202020204" pitchFamily="34" charset="0"/>
              <a:buChar char="•"/>
            </a:pPr>
            <a:endParaRPr lang="en-US" b="1" i="0" dirty="0">
              <a:solidFill>
                <a:srgbClr val="333333"/>
              </a:solidFill>
              <a:effectLst/>
              <a:latin typeface="barlow" panose="00000500000000000000" pitchFamily="2" charset="0"/>
            </a:endParaRPr>
          </a:p>
          <a:p>
            <a:pPr algn="l">
              <a:buFont typeface="Arial" panose="020B0604020202020204" pitchFamily="34" charset="0"/>
              <a:buChar char="•"/>
            </a:pPr>
            <a:r>
              <a:rPr lang="en-US" b="1" i="0" dirty="0">
                <a:solidFill>
                  <a:srgbClr val="333333"/>
                </a:solidFill>
                <a:effectLst/>
                <a:latin typeface="barlow" panose="00000500000000000000" pitchFamily="2" charset="0"/>
              </a:rPr>
              <a:t>Atomicity</a:t>
            </a:r>
            <a:r>
              <a:rPr lang="en-US" b="0" i="0" dirty="0">
                <a:solidFill>
                  <a:srgbClr val="333333"/>
                </a:solidFill>
                <a:effectLst/>
                <a:latin typeface="barlow" panose="00000500000000000000" pitchFamily="2" charset="0"/>
              </a:rPr>
              <a:t> - each statement in a transaction (to read, write, update or delete data) is treated as a single unit. Either the entire statement is executed, or none of it is executed. This property prevents data loss and corruption from occurring if, for example, if your streaming data source fails mid-stream.</a:t>
            </a:r>
          </a:p>
          <a:p>
            <a:pPr algn="l">
              <a:buFont typeface="Arial" panose="020B0604020202020204" pitchFamily="34" charset="0"/>
              <a:buChar char="•"/>
            </a:pPr>
            <a:r>
              <a:rPr lang="en-US" b="1" i="0" dirty="0">
                <a:solidFill>
                  <a:srgbClr val="333333"/>
                </a:solidFill>
                <a:effectLst/>
                <a:latin typeface="barlow" panose="00000500000000000000" pitchFamily="2" charset="0"/>
              </a:rPr>
              <a:t>Consistency</a:t>
            </a:r>
            <a:r>
              <a:rPr lang="en-US" b="0" i="0" dirty="0">
                <a:solidFill>
                  <a:srgbClr val="333333"/>
                </a:solidFill>
                <a:effectLst/>
                <a:latin typeface="barlow" panose="00000500000000000000" pitchFamily="2" charset="0"/>
              </a:rPr>
              <a:t> - ensures that transactions only make changes to tables in predefined, predictable ways. Transactional consistency ensures that corruption or errors in your data do not create unintended consequences for the integrity of your table.</a:t>
            </a:r>
          </a:p>
          <a:p>
            <a:pPr algn="l">
              <a:buFont typeface="Arial" panose="020B0604020202020204" pitchFamily="34" charset="0"/>
              <a:buChar char="•"/>
            </a:pPr>
            <a:r>
              <a:rPr lang="en-US" b="1" i="0" dirty="0">
                <a:solidFill>
                  <a:srgbClr val="333333"/>
                </a:solidFill>
                <a:effectLst/>
                <a:latin typeface="barlow" panose="00000500000000000000" pitchFamily="2" charset="0"/>
              </a:rPr>
              <a:t>Isolation</a:t>
            </a:r>
            <a:r>
              <a:rPr lang="en-US" b="0" i="0" dirty="0">
                <a:solidFill>
                  <a:srgbClr val="333333"/>
                </a:solidFill>
                <a:effectLst/>
                <a:latin typeface="barlow" panose="00000500000000000000" pitchFamily="2" charset="0"/>
              </a:rPr>
              <a:t> - when multiple users are reading and writing from the same table all at once, isolation of their transactions ensures that the concurrent transactions don’t interfere with or affect one another. Each request can occur as though they were occurring one by one, even though they're actually occurring simultaneously.</a:t>
            </a:r>
          </a:p>
          <a:p>
            <a:pPr algn="l">
              <a:buFont typeface="Arial" panose="020B0604020202020204" pitchFamily="34" charset="0"/>
              <a:buChar char="•"/>
            </a:pPr>
            <a:r>
              <a:rPr lang="en-US" b="1" i="0" dirty="0">
                <a:solidFill>
                  <a:srgbClr val="333333"/>
                </a:solidFill>
                <a:effectLst/>
                <a:latin typeface="barlow" panose="00000500000000000000" pitchFamily="2" charset="0"/>
              </a:rPr>
              <a:t>Durability</a:t>
            </a:r>
            <a:r>
              <a:rPr lang="en-US" b="0" i="0" dirty="0">
                <a:solidFill>
                  <a:srgbClr val="333333"/>
                </a:solidFill>
                <a:effectLst/>
                <a:latin typeface="barlow" panose="00000500000000000000" pitchFamily="2" charset="0"/>
              </a:rPr>
              <a:t> - ensures that changes to your data made by successfully executed transactions will be saved, even in the event of system failure.</a:t>
            </a:r>
          </a:p>
        </p:txBody>
      </p:sp>
      <p:sp>
        <p:nvSpPr>
          <p:cNvPr id="4" name="Slide Number Placeholder 3"/>
          <p:cNvSpPr>
            <a:spLocks noGrp="1"/>
          </p:cNvSpPr>
          <p:nvPr>
            <p:ph type="sldNum" sz="quarter" idx="5"/>
          </p:nvPr>
        </p:nvSpPr>
        <p:spPr/>
        <p:txBody>
          <a:bodyPr/>
          <a:lstStyle/>
          <a:p>
            <a:fld id="{7AE90029-A909-AD4E-9775-A0D64990AD22}" type="slidenum">
              <a:rPr lang="en-US" smtClean="0"/>
              <a:t>19</a:t>
            </a:fld>
            <a:endParaRPr lang="en-US"/>
          </a:p>
        </p:txBody>
      </p:sp>
    </p:spTree>
    <p:extLst>
      <p:ext uri="{BB962C8B-B14F-4D97-AF65-F5344CB8AC3E}">
        <p14:creationId xmlns:p14="http://schemas.microsoft.com/office/powerpoint/2010/main" val="1220811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you must use simple files: stakeholders, reports, DS (Pandas), front-end, API</a:t>
            </a:r>
          </a:p>
        </p:txBody>
      </p:sp>
      <p:sp>
        <p:nvSpPr>
          <p:cNvPr id="4" name="Slide Number Placeholder 3"/>
          <p:cNvSpPr>
            <a:spLocks noGrp="1"/>
          </p:cNvSpPr>
          <p:nvPr>
            <p:ph type="sldNum" sz="quarter" idx="5"/>
          </p:nvPr>
        </p:nvSpPr>
        <p:spPr/>
        <p:txBody>
          <a:bodyPr/>
          <a:lstStyle/>
          <a:p>
            <a:fld id="{7AE90029-A909-AD4E-9775-A0D64990AD22}" type="slidenum">
              <a:rPr lang="en-US" smtClean="0"/>
              <a:t>20</a:t>
            </a:fld>
            <a:endParaRPr lang="en-US"/>
          </a:p>
        </p:txBody>
      </p:sp>
    </p:spTree>
    <p:extLst>
      <p:ext uri="{BB962C8B-B14F-4D97-AF65-F5344CB8AC3E}">
        <p14:creationId xmlns:p14="http://schemas.microsoft.com/office/powerpoint/2010/main" val="18212959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n-lt"/>
              </a:rPr>
              <a:t>scalable queue  - several nodes</a:t>
            </a:r>
            <a:endParaRPr lang="en-US" dirty="0"/>
          </a:p>
        </p:txBody>
      </p:sp>
      <p:sp>
        <p:nvSpPr>
          <p:cNvPr id="4" name="Slide Number Placeholder 3"/>
          <p:cNvSpPr>
            <a:spLocks noGrp="1"/>
          </p:cNvSpPr>
          <p:nvPr>
            <p:ph type="sldNum" sz="quarter" idx="5"/>
          </p:nvPr>
        </p:nvSpPr>
        <p:spPr/>
        <p:txBody>
          <a:bodyPr/>
          <a:lstStyle/>
          <a:p>
            <a:fld id="{7AE90029-A909-AD4E-9775-A0D64990AD22}" type="slidenum">
              <a:rPr lang="en-US" smtClean="0"/>
              <a:t>22</a:t>
            </a:fld>
            <a:endParaRPr lang="en-US"/>
          </a:p>
        </p:txBody>
      </p:sp>
    </p:spTree>
    <p:extLst>
      <p:ext uri="{BB962C8B-B14F-4D97-AF65-F5344CB8AC3E}">
        <p14:creationId xmlns:p14="http://schemas.microsoft.com/office/powerpoint/2010/main" val="26667032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n-lt"/>
              </a:rPr>
              <a:t>scalable queue  - several nodes</a:t>
            </a:r>
            <a:endParaRPr lang="en-US" dirty="0"/>
          </a:p>
        </p:txBody>
      </p:sp>
      <p:sp>
        <p:nvSpPr>
          <p:cNvPr id="4" name="Slide Number Placeholder 3"/>
          <p:cNvSpPr>
            <a:spLocks noGrp="1"/>
          </p:cNvSpPr>
          <p:nvPr>
            <p:ph type="sldNum" sz="quarter" idx="5"/>
          </p:nvPr>
        </p:nvSpPr>
        <p:spPr/>
        <p:txBody>
          <a:bodyPr/>
          <a:lstStyle/>
          <a:p>
            <a:fld id="{7AE90029-A909-AD4E-9775-A0D64990AD22}" type="slidenum">
              <a:rPr lang="en-US" smtClean="0"/>
              <a:t>23</a:t>
            </a:fld>
            <a:endParaRPr lang="en-US"/>
          </a:p>
        </p:txBody>
      </p:sp>
    </p:spTree>
    <p:extLst>
      <p:ext uri="{BB962C8B-B14F-4D97-AF65-F5344CB8AC3E}">
        <p14:creationId xmlns:p14="http://schemas.microsoft.com/office/powerpoint/2010/main" val="12122836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checked before and after movement/transformations</a:t>
            </a:r>
          </a:p>
        </p:txBody>
      </p:sp>
      <p:sp>
        <p:nvSpPr>
          <p:cNvPr id="4" name="Slide Number Placeholder 3"/>
          <p:cNvSpPr>
            <a:spLocks noGrp="1"/>
          </p:cNvSpPr>
          <p:nvPr>
            <p:ph type="sldNum" sz="quarter" idx="5"/>
          </p:nvPr>
        </p:nvSpPr>
        <p:spPr/>
        <p:txBody>
          <a:bodyPr/>
          <a:lstStyle/>
          <a:p>
            <a:fld id="{7AE90029-A909-AD4E-9775-A0D64990AD22}" type="slidenum">
              <a:rPr lang="en-US" smtClean="0"/>
              <a:t>29</a:t>
            </a:fld>
            <a:endParaRPr lang="en-US"/>
          </a:p>
        </p:txBody>
      </p:sp>
    </p:spTree>
    <p:extLst>
      <p:ext uri="{BB962C8B-B14F-4D97-AF65-F5344CB8AC3E}">
        <p14:creationId xmlns:p14="http://schemas.microsoft.com/office/powerpoint/2010/main" val="31683999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checked before and after movement/transformations</a:t>
            </a:r>
          </a:p>
        </p:txBody>
      </p:sp>
      <p:sp>
        <p:nvSpPr>
          <p:cNvPr id="4" name="Slide Number Placeholder 3"/>
          <p:cNvSpPr>
            <a:spLocks noGrp="1"/>
          </p:cNvSpPr>
          <p:nvPr>
            <p:ph type="sldNum" sz="quarter" idx="5"/>
          </p:nvPr>
        </p:nvSpPr>
        <p:spPr/>
        <p:txBody>
          <a:bodyPr/>
          <a:lstStyle/>
          <a:p>
            <a:fld id="{7AE90029-A909-AD4E-9775-A0D64990AD22}" type="slidenum">
              <a:rPr lang="en-US" smtClean="0"/>
              <a:t>30</a:t>
            </a:fld>
            <a:endParaRPr lang="en-US"/>
          </a:p>
        </p:txBody>
      </p:sp>
    </p:spTree>
    <p:extLst>
      <p:ext uri="{BB962C8B-B14F-4D97-AF65-F5344CB8AC3E}">
        <p14:creationId xmlns:p14="http://schemas.microsoft.com/office/powerpoint/2010/main" val="11886324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checked before and after movement/transformations</a:t>
            </a:r>
          </a:p>
        </p:txBody>
      </p:sp>
      <p:sp>
        <p:nvSpPr>
          <p:cNvPr id="4" name="Slide Number Placeholder 3"/>
          <p:cNvSpPr>
            <a:spLocks noGrp="1"/>
          </p:cNvSpPr>
          <p:nvPr>
            <p:ph type="sldNum" sz="quarter" idx="5"/>
          </p:nvPr>
        </p:nvSpPr>
        <p:spPr/>
        <p:txBody>
          <a:bodyPr/>
          <a:lstStyle/>
          <a:p>
            <a:fld id="{7AE90029-A909-AD4E-9775-A0D64990AD22}" type="slidenum">
              <a:rPr lang="en-US" smtClean="0"/>
              <a:t>31</a:t>
            </a:fld>
            <a:endParaRPr lang="en-US"/>
          </a:p>
        </p:txBody>
      </p:sp>
    </p:spTree>
    <p:extLst>
      <p:ext uri="{BB962C8B-B14F-4D97-AF65-F5344CB8AC3E}">
        <p14:creationId xmlns:p14="http://schemas.microsoft.com/office/powerpoint/2010/main" val="40431133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checked before and after movement/transformations</a:t>
            </a:r>
          </a:p>
        </p:txBody>
      </p:sp>
      <p:sp>
        <p:nvSpPr>
          <p:cNvPr id="4" name="Slide Number Placeholder 3"/>
          <p:cNvSpPr>
            <a:spLocks noGrp="1"/>
          </p:cNvSpPr>
          <p:nvPr>
            <p:ph type="sldNum" sz="quarter" idx="5"/>
          </p:nvPr>
        </p:nvSpPr>
        <p:spPr/>
        <p:txBody>
          <a:bodyPr/>
          <a:lstStyle/>
          <a:p>
            <a:fld id="{7AE90029-A909-AD4E-9775-A0D64990AD22}" type="slidenum">
              <a:rPr lang="en-US" smtClean="0"/>
              <a:t>32</a:t>
            </a:fld>
            <a:endParaRPr lang="en-US"/>
          </a:p>
        </p:txBody>
      </p:sp>
    </p:spTree>
    <p:extLst>
      <p:ext uri="{BB962C8B-B14F-4D97-AF65-F5344CB8AC3E}">
        <p14:creationId xmlns:p14="http://schemas.microsoft.com/office/powerpoint/2010/main" val="35225669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checked before and after movement/transformations</a:t>
            </a:r>
          </a:p>
        </p:txBody>
      </p:sp>
      <p:sp>
        <p:nvSpPr>
          <p:cNvPr id="4" name="Slide Number Placeholder 3"/>
          <p:cNvSpPr>
            <a:spLocks noGrp="1"/>
          </p:cNvSpPr>
          <p:nvPr>
            <p:ph type="sldNum" sz="quarter" idx="5"/>
          </p:nvPr>
        </p:nvSpPr>
        <p:spPr/>
        <p:txBody>
          <a:bodyPr/>
          <a:lstStyle/>
          <a:p>
            <a:fld id="{7AE90029-A909-AD4E-9775-A0D64990AD22}" type="slidenum">
              <a:rPr lang="en-US" smtClean="0"/>
              <a:t>33</a:t>
            </a:fld>
            <a:endParaRPr lang="en-US"/>
          </a:p>
        </p:txBody>
      </p:sp>
    </p:spTree>
    <p:extLst>
      <p:ext uri="{BB962C8B-B14F-4D97-AF65-F5344CB8AC3E}">
        <p14:creationId xmlns:p14="http://schemas.microsoft.com/office/powerpoint/2010/main" val="36039365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checked before and after movement/transformations</a:t>
            </a:r>
          </a:p>
        </p:txBody>
      </p:sp>
      <p:sp>
        <p:nvSpPr>
          <p:cNvPr id="4" name="Slide Number Placeholder 3"/>
          <p:cNvSpPr>
            <a:spLocks noGrp="1"/>
          </p:cNvSpPr>
          <p:nvPr>
            <p:ph type="sldNum" sz="quarter" idx="5"/>
          </p:nvPr>
        </p:nvSpPr>
        <p:spPr/>
        <p:txBody>
          <a:bodyPr/>
          <a:lstStyle/>
          <a:p>
            <a:fld id="{7AE90029-A909-AD4E-9775-A0D64990AD22}" type="slidenum">
              <a:rPr lang="en-US" smtClean="0"/>
              <a:t>34</a:t>
            </a:fld>
            <a:endParaRPr lang="en-US"/>
          </a:p>
        </p:txBody>
      </p:sp>
    </p:spTree>
    <p:extLst>
      <p:ext uri="{BB962C8B-B14F-4D97-AF65-F5344CB8AC3E}">
        <p14:creationId xmlns:p14="http://schemas.microsoft.com/office/powerpoint/2010/main" val="1279168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 Id="rId4"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4.xml"/><Relationship Id="rId4"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7.xml"/><Relationship Id="rId4" Type="http://schemas.openxmlformats.org/officeDocument/2006/relationships/image" Target="../media/image3.emf"/></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8.xml"/><Relationship Id="rId4" Type="http://schemas.openxmlformats.org/officeDocument/2006/relationships/image" Target="../media/image3.emf"/></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9.xml"/><Relationship Id="rId4" Type="http://schemas.openxmlformats.org/officeDocument/2006/relationships/image" Target="../media/image3.emf"/></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0.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Subtitle 2"/>
          <p:cNvSpPr>
            <a:spLocks noGrp="1"/>
          </p:cNvSpPr>
          <p:nvPr>
            <p:ph type="subTitle" idx="1" hasCustomPrompt="1"/>
          </p:nvPr>
        </p:nvSpPr>
        <p:spPr>
          <a:xfrm>
            <a:off x="842433" y="5455612"/>
            <a:ext cx="8534400" cy="381000"/>
          </a:xfrm>
          <a:prstGeom prst="rect">
            <a:avLst/>
          </a:prstGeom>
        </p:spPr>
        <p:txBody>
          <a:bodyPr>
            <a:normAutofit/>
          </a:bodyPr>
          <a:lstStyle>
            <a:lvl1pPr marL="0" indent="0" algn="l">
              <a:buNone/>
              <a:defRPr sz="1800" cap="all"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MONTH </a:t>
            </a:r>
            <a:r>
              <a:rPr lang="en-US" dirty="0" err="1"/>
              <a:t>DAte</a:t>
            </a:r>
            <a:r>
              <a:rPr lang="en-US" dirty="0"/>
              <a:t>, YEAR</a:t>
            </a:r>
          </a:p>
        </p:txBody>
      </p:sp>
      <p:sp>
        <p:nvSpPr>
          <p:cNvPr id="9" name="Text Placeholder 5"/>
          <p:cNvSpPr>
            <a:spLocks noGrp="1"/>
          </p:cNvSpPr>
          <p:nvPr>
            <p:ph type="body" sz="quarter" idx="11" hasCustomPrompt="1"/>
          </p:nvPr>
        </p:nvSpPr>
        <p:spPr>
          <a:xfrm>
            <a:off x="842434" y="4466210"/>
            <a:ext cx="3382786" cy="360099"/>
          </a:xfrm>
          <a:prstGeom prst="rect">
            <a:avLst/>
          </a:prstGeom>
          <a:solidFill>
            <a:schemeClr val="accent2"/>
          </a:solidFill>
        </p:spPr>
        <p:txBody>
          <a:bodyPr wrap="none" tIns="36576">
            <a:spAutoFit/>
          </a:bodyPr>
          <a:lstStyle>
            <a:lvl1pPr marL="0" indent="0">
              <a:spcBef>
                <a:spcPts val="0"/>
              </a:spcBef>
              <a:buFontTx/>
              <a:buNone/>
              <a:defRPr sz="1800" cap="all" baseline="0">
                <a:solidFill>
                  <a:srgbClr val="FFFFFF"/>
                </a:solidFill>
                <a:latin typeface="Arial Black"/>
                <a:cs typeface="Arial Black"/>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ADD SUBTITLE</a:t>
            </a:r>
          </a:p>
        </p:txBody>
      </p:sp>
      <p:sp>
        <p:nvSpPr>
          <p:cNvPr id="10" name="Picture Placeholder 2"/>
          <p:cNvSpPr>
            <a:spLocks noGrp="1"/>
          </p:cNvSpPr>
          <p:nvPr>
            <p:ph type="pic" sz="quarter" idx="18" hasCustomPrompt="1"/>
          </p:nvPr>
        </p:nvSpPr>
        <p:spPr>
          <a:xfrm>
            <a:off x="837173" y="504827"/>
            <a:ext cx="1658003" cy="458237"/>
          </a:xfrm>
          <a:prstGeom prst="rect">
            <a:avLst/>
          </a:prstGeom>
        </p:spPr>
        <p:txBody>
          <a:bodyPr vert="horz" lIns="68580" tIns="34290" rIns="68580" bIns="34290"/>
          <a:lstStyle>
            <a:lvl1pPr marL="0" indent="0" algn="ctr">
              <a:buNone/>
              <a:defRPr/>
            </a:lvl1pPr>
          </a:lstStyle>
          <a:p>
            <a:r>
              <a:rPr lang="en-US" dirty="0"/>
              <a:t>logo</a:t>
            </a:r>
          </a:p>
        </p:txBody>
      </p:sp>
      <p:sp>
        <p:nvSpPr>
          <p:cNvPr id="11" name="Picture Placeholder 2"/>
          <p:cNvSpPr>
            <a:spLocks noGrp="1"/>
          </p:cNvSpPr>
          <p:nvPr>
            <p:ph type="pic" sz="quarter" idx="19" hasCustomPrompt="1"/>
          </p:nvPr>
        </p:nvSpPr>
        <p:spPr>
          <a:xfrm>
            <a:off x="3048469" y="504826"/>
            <a:ext cx="1882121" cy="458881"/>
          </a:xfrm>
          <a:prstGeom prst="rect">
            <a:avLst/>
          </a:prstGeom>
        </p:spPr>
        <p:txBody>
          <a:bodyPr vert="horz" lIns="68580" tIns="34290" rIns="68580" bIns="34290"/>
          <a:lstStyle>
            <a:lvl1pPr marL="0" indent="0" algn="ctr">
              <a:buNone/>
              <a:defRPr/>
            </a:lvl1pPr>
          </a:lstStyle>
          <a:p>
            <a:r>
              <a:rPr lang="en-US" dirty="0"/>
              <a:t>logo</a:t>
            </a:r>
          </a:p>
        </p:txBody>
      </p:sp>
      <p:cxnSp>
        <p:nvCxnSpPr>
          <p:cNvPr id="12" name="Straight Connector 11"/>
          <p:cNvCxnSpPr/>
          <p:nvPr userDrawn="1"/>
        </p:nvCxnSpPr>
        <p:spPr>
          <a:xfrm>
            <a:off x="2764117" y="571499"/>
            <a:ext cx="0" cy="347382"/>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3" name="Text Placeholder 4"/>
          <p:cNvSpPr>
            <a:spLocks noGrp="1"/>
          </p:cNvSpPr>
          <p:nvPr>
            <p:ph type="body" sz="quarter" idx="15" hasCustomPrompt="1"/>
          </p:nvPr>
        </p:nvSpPr>
        <p:spPr>
          <a:xfrm>
            <a:off x="842433" y="2075578"/>
            <a:ext cx="9213851" cy="618118"/>
          </a:xfrm>
          <a:prstGeom prst="rect">
            <a:avLst/>
          </a:prstGeom>
        </p:spPr>
        <p:txBody>
          <a:bodyPr>
            <a:spAutoFit/>
          </a:bodyPr>
          <a:lstStyle>
            <a:lvl1pPr marL="0" indent="0">
              <a:lnSpc>
                <a:spcPct val="80000"/>
              </a:lnSpc>
              <a:spcBef>
                <a:spcPts val="0"/>
              </a:spcBef>
              <a:buNone/>
              <a:defRPr sz="4100" spc="-200">
                <a:solidFill>
                  <a:schemeClr val="tx1"/>
                </a:solidFill>
                <a:latin typeface="Arial Black"/>
                <a:cs typeface="Arial Black"/>
              </a:defRPr>
            </a:lvl1pPr>
            <a:lvl2pPr>
              <a:defRPr sz="6000">
                <a:latin typeface="Arial Black"/>
                <a:cs typeface="Arial Black"/>
              </a:defRPr>
            </a:lvl2pPr>
            <a:lvl3pPr>
              <a:defRPr sz="6000">
                <a:latin typeface="Arial Black"/>
                <a:cs typeface="Arial Black"/>
              </a:defRPr>
            </a:lvl3pPr>
            <a:lvl4pPr>
              <a:defRPr sz="6000">
                <a:latin typeface="Arial Black"/>
                <a:cs typeface="Arial Black"/>
              </a:defRPr>
            </a:lvl4pPr>
            <a:lvl5pPr>
              <a:defRPr sz="6000">
                <a:latin typeface="Arial Black"/>
                <a:cs typeface="Arial Black"/>
              </a:defRPr>
            </a:lvl5pPr>
          </a:lstStyle>
          <a:p>
            <a:pPr lvl="0"/>
            <a:r>
              <a:rPr lang="en-US" dirty="0"/>
              <a:t>CLICK TO ADD TITLE</a:t>
            </a:r>
          </a:p>
        </p:txBody>
      </p:sp>
    </p:spTree>
    <p:extLst>
      <p:ext uri="{BB962C8B-B14F-4D97-AF65-F5344CB8AC3E}">
        <p14:creationId xmlns:p14="http://schemas.microsoft.com/office/powerpoint/2010/main" val="2268741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Picture Placeholder 2"/>
          <p:cNvSpPr>
            <a:spLocks noGrp="1"/>
          </p:cNvSpPr>
          <p:nvPr>
            <p:ph type="pic" sz="quarter" idx="19"/>
          </p:nvPr>
        </p:nvSpPr>
        <p:spPr>
          <a:xfrm>
            <a:off x="0" y="0"/>
            <a:ext cx="12192000" cy="6858000"/>
          </a:xfrm>
          <a:prstGeom prst="rect">
            <a:avLst/>
          </a:prstGeom>
        </p:spPr>
        <p:txBody>
          <a:bodyPr vert="horz" anchor="t"/>
          <a:lstStyle>
            <a:lvl1pPr marL="0" indent="0" algn="ctr">
              <a:buNone/>
              <a:defRPr baseline="0"/>
            </a:lvl1pPr>
          </a:lstStyle>
          <a:p>
            <a:endParaRPr lang="en-US" dirty="0"/>
          </a:p>
          <a:p>
            <a:r>
              <a:rPr lang="en-US" dirty="0"/>
              <a:t>Background Image</a:t>
            </a:r>
          </a:p>
        </p:txBody>
      </p:sp>
      <p:sp>
        <p:nvSpPr>
          <p:cNvPr id="6" name="Text Placeholder 4"/>
          <p:cNvSpPr>
            <a:spLocks noGrp="1"/>
          </p:cNvSpPr>
          <p:nvPr>
            <p:ph type="body" sz="quarter" idx="15" hasCustomPrompt="1"/>
          </p:nvPr>
        </p:nvSpPr>
        <p:spPr>
          <a:xfrm>
            <a:off x="842433" y="2075578"/>
            <a:ext cx="9213851" cy="618118"/>
          </a:xfrm>
          <a:prstGeom prst="rect">
            <a:avLst/>
          </a:prstGeom>
        </p:spPr>
        <p:txBody>
          <a:bodyPr>
            <a:spAutoFit/>
          </a:bodyPr>
          <a:lstStyle>
            <a:lvl1pPr marL="0" indent="0">
              <a:lnSpc>
                <a:spcPct val="80000"/>
              </a:lnSpc>
              <a:spcBef>
                <a:spcPts val="0"/>
              </a:spcBef>
              <a:buNone/>
              <a:defRPr sz="4100" spc="-200">
                <a:solidFill>
                  <a:schemeClr val="bg1"/>
                </a:solidFill>
                <a:latin typeface="Arial Black"/>
                <a:cs typeface="Arial Black"/>
              </a:defRPr>
            </a:lvl1pPr>
            <a:lvl2pPr>
              <a:defRPr sz="6000">
                <a:latin typeface="Arial Black"/>
                <a:cs typeface="Arial Black"/>
              </a:defRPr>
            </a:lvl2pPr>
            <a:lvl3pPr>
              <a:defRPr sz="6000">
                <a:latin typeface="Arial Black"/>
                <a:cs typeface="Arial Black"/>
              </a:defRPr>
            </a:lvl3pPr>
            <a:lvl4pPr>
              <a:defRPr sz="6000">
                <a:latin typeface="Arial Black"/>
                <a:cs typeface="Arial Black"/>
              </a:defRPr>
            </a:lvl4pPr>
            <a:lvl5pPr>
              <a:defRPr sz="6000">
                <a:latin typeface="Arial Black"/>
                <a:cs typeface="Arial Black"/>
              </a:defRPr>
            </a:lvl5pPr>
          </a:lstStyle>
          <a:p>
            <a:pPr lvl="0"/>
            <a:r>
              <a:rPr lang="en-US" dirty="0"/>
              <a:t>CLICK TO ADD TITLE</a:t>
            </a:r>
          </a:p>
        </p:txBody>
      </p:sp>
      <p:sp>
        <p:nvSpPr>
          <p:cNvPr id="10" name="Text Placeholder 7"/>
          <p:cNvSpPr>
            <a:spLocks noGrp="1"/>
          </p:cNvSpPr>
          <p:nvPr>
            <p:ph type="body" sz="quarter" idx="16" hasCustomPrompt="1"/>
          </p:nvPr>
        </p:nvSpPr>
        <p:spPr>
          <a:xfrm>
            <a:off x="842434" y="4453468"/>
            <a:ext cx="8650817" cy="374904"/>
          </a:xfrm>
          <a:prstGeom prst="rect">
            <a:avLst/>
          </a:prstGeom>
        </p:spPr>
        <p:txBody>
          <a:bodyPr>
            <a:spAutoFit/>
          </a:bodyPr>
          <a:lstStyle>
            <a:lvl1pPr marL="0" indent="0">
              <a:lnSpc>
                <a:spcPct val="100000"/>
              </a:lnSpc>
              <a:spcBef>
                <a:spcPts val="0"/>
              </a:spcBef>
              <a:buFontTx/>
              <a:buNone/>
              <a:defRPr sz="1800">
                <a:solidFill>
                  <a:schemeClr val="bg1"/>
                </a:solidFill>
                <a:latin typeface="Arial Black"/>
                <a:cs typeface="Arial Black"/>
              </a:defRPr>
            </a:lvl1pPr>
          </a:lstStyle>
          <a:p>
            <a:pPr lvl="0"/>
            <a:r>
              <a:rPr lang="en-US" dirty="0"/>
              <a:t>CLICK TO ADD SUBTITLE</a:t>
            </a:r>
          </a:p>
        </p:txBody>
      </p:sp>
      <p:sp>
        <p:nvSpPr>
          <p:cNvPr id="11" name="Text Placeholder 11"/>
          <p:cNvSpPr>
            <a:spLocks noGrp="1"/>
          </p:cNvSpPr>
          <p:nvPr>
            <p:ph type="body" sz="quarter" idx="17" hasCustomPrompt="1"/>
          </p:nvPr>
        </p:nvSpPr>
        <p:spPr>
          <a:xfrm>
            <a:off x="842433" y="5459484"/>
            <a:ext cx="4866216" cy="373063"/>
          </a:xfrm>
          <a:prstGeom prst="rect">
            <a:avLst/>
          </a:prstGeom>
        </p:spPr>
        <p:txBody>
          <a:bodyPr>
            <a:normAutofit/>
          </a:bodyPr>
          <a:lstStyle>
            <a:lvl1pPr marL="0" indent="0">
              <a:buNone/>
              <a:defRPr sz="1800" baseline="0">
                <a:solidFill>
                  <a:schemeClr val="accent2"/>
                </a:solidFill>
              </a:defRPr>
            </a:lvl1pPr>
          </a:lstStyle>
          <a:p>
            <a:pPr lvl="0"/>
            <a:r>
              <a:rPr lang="en-US" dirty="0"/>
              <a:t>MONTH DATE, YEAR</a:t>
            </a:r>
          </a:p>
        </p:txBody>
      </p:sp>
      <p:sp>
        <p:nvSpPr>
          <p:cNvPr id="12" name="Picture Placeholder 2"/>
          <p:cNvSpPr>
            <a:spLocks noGrp="1"/>
          </p:cNvSpPr>
          <p:nvPr>
            <p:ph type="pic" sz="quarter" idx="18" hasCustomPrompt="1"/>
          </p:nvPr>
        </p:nvSpPr>
        <p:spPr>
          <a:xfrm>
            <a:off x="837173" y="504827"/>
            <a:ext cx="1658003" cy="458237"/>
          </a:xfrm>
          <a:prstGeom prst="rect">
            <a:avLst/>
          </a:prstGeom>
        </p:spPr>
        <p:txBody>
          <a:bodyPr vert="horz" lIns="68580" tIns="34290" rIns="68580" bIns="34290"/>
          <a:lstStyle>
            <a:lvl1pPr marL="0" indent="0" algn="ctr">
              <a:buNone/>
              <a:defRPr/>
            </a:lvl1pPr>
          </a:lstStyle>
          <a:p>
            <a:r>
              <a:rPr lang="en-US" dirty="0"/>
              <a:t>logo</a:t>
            </a:r>
          </a:p>
        </p:txBody>
      </p:sp>
    </p:spTree>
    <p:extLst>
      <p:ext uri="{BB962C8B-B14F-4D97-AF65-F5344CB8AC3E}">
        <p14:creationId xmlns:p14="http://schemas.microsoft.com/office/powerpoint/2010/main" val="3690082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ext Placeholder 6"/>
          <p:cNvSpPr>
            <a:spLocks noGrp="1"/>
          </p:cNvSpPr>
          <p:nvPr>
            <p:ph type="body" sz="quarter" idx="11" hasCustomPrompt="1"/>
          </p:nvPr>
        </p:nvSpPr>
        <p:spPr>
          <a:xfrm>
            <a:off x="0" y="0"/>
            <a:ext cx="12192000" cy="932688"/>
          </a:xfrm>
          <a:prstGeom prst="rect">
            <a:avLst/>
          </a:prstGeom>
          <a:solidFill>
            <a:schemeClr val="bg1"/>
          </a:solidFill>
          <a:ln>
            <a:noFill/>
          </a:ln>
          <a:effectLst>
            <a:outerShdw blurRad="40005" dist="25400" dir="5400000" algn="t" rotWithShape="0">
              <a:prstClr val="black">
                <a:alpha val="30000"/>
              </a:prstClr>
            </a:outerShdw>
          </a:effectLst>
        </p:spPr>
        <p:txBody>
          <a:bodyPr lIns="365760" anchor="ctr" anchorCtr="0">
            <a:normAutofit/>
          </a:bodyPr>
          <a:lstStyle>
            <a:lvl1pPr marL="0" indent="0">
              <a:buNone/>
              <a:defRPr sz="2600" baseline="0">
                <a:latin typeface="Arial Black"/>
                <a:cs typeface="Arial Black"/>
              </a:defRPr>
            </a:lvl1pPr>
          </a:lstStyle>
          <a:p>
            <a:pPr lvl="0"/>
            <a:r>
              <a:rPr lang="en-US" dirty="0"/>
              <a:t>CLICK TO ADD TITLE</a:t>
            </a:r>
          </a:p>
        </p:txBody>
      </p:sp>
    </p:spTree>
    <p:extLst>
      <p:ext uri="{BB962C8B-B14F-4D97-AF65-F5344CB8AC3E}">
        <p14:creationId xmlns:p14="http://schemas.microsoft.com/office/powerpoint/2010/main" val="534845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08621" y="1883221"/>
            <a:ext cx="5754624" cy="1895904"/>
          </a:xfrm>
        </p:spPr>
        <p:txBody>
          <a:bodyPr/>
          <a:lstStyle>
            <a:lvl1pPr>
              <a:defRPr>
                <a:solidFill>
                  <a:schemeClr val="bg1"/>
                </a:solidFill>
              </a:defRPr>
            </a:lvl1pPr>
          </a:lstStyle>
          <a:p>
            <a:r>
              <a:rPr lang="en-US" dirty="0"/>
              <a:t>Please add title here</a:t>
            </a:r>
          </a:p>
        </p:txBody>
      </p:sp>
      <p:sp>
        <p:nvSpPr>
          <p:cNvPr id="3" name="Date Placeholder 2"/>
          <p:cNvSpPr>
            <a:spLocks noGrp="1"/>
          </p:cNvSpPr>
          <p:nvPr>
            <p:ph type="dt" sz="half" idx="10"/>
          </p:nvPr>
        </p:nvSpPr>
        <p:spPr/>
        <p:txBody>
          <a:bodyPr tIns="0" anchor="ctr" anchorCtr="0"/>
          <a:lstStyle>
            <a:lvl1pPr>
              <a:defRPr cap="all" baseline="0">
                <a:solidFill>
                  <a:schemeClr val="bg1"/>
                </a:solidFill>
              </a:defRPr>
            </a:lvl1pPr>
          </a:lstStyle>
          <a:p>
            <a:endParaRPr lang="en-US" dirty="0"/>
          </a:p>
        </p:txBody>
      </p:sp>
      <p:sp>
        <p:nvSpPr>
          <p:cNvPr id="7" name="Text Placeholder 6"/>
          <p:cNvSpPr>
            <a:spLocks noGrp="1"/>
          </p:cNvSpPr>
          <p:nvPr>
            <p:ph type="body" sz="quarter" idx="11" hasCustomPrompt="1"/>
          </p:nvPr>
        </p:nvSpPr>
        <p:spPr>
          <a:xfrm>
            <a:off x="708621" y="4066329"/>
            <a:ext cx="5754624" cy="418576"/>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dirty="0"/>
              <a:t>Please add subtitle here</a:t>
            </a:r>
          </a:p>
        </p:txBody>
      </p:sp>
      <p:pic>
        <p:nvPicPr>
          <p:cNvPr id="5" name="Picture Placeholder 6"/>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111916" y="0"/>
            <a:ext cx="5080000" cy="6858000"/>
          </a:xfrm>
          <a:prstGeom prst="rect">
            <a:avLst/>
          </a:prstGeom>
        </p:spPr>
      </p:pic>
      <p:sp>
        <p:nvSpPr>
          <p:cNvPr id="6" name="Rectangle 5"/>
          <p:cNvSpPr/>
          <p:nvPr userDrawn="1"/>
        </p:nvSpPr>
        <p:spPr>
          <a:xfrm>
            <a:off x="7111916" y="0"/>
            <a:ext cx="5080000" cy="6858000"/>
          </a:xfrm>
          <a:prstGeom prst="rect">
            <a:avLst/>
          </a:prstGeom>
          <a:solidFill>
            <a:srgbClr val="464547">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lIns="91434" tIns="45717" rIns="91434" bIns="45717" rtlCol="0" anchor="ctr"/>
          <a:lstStyle/>
          <a:p>
            <a:pPr algn="ctr"/>
            <a:endParaRPr lang="en-US" sz="1800"/>
          </a:p>
        </p:txBody>
      </p:sp>
      <p:pic>
        <p:nvPicPr>
          <p:cNvPr id="8" name="Picture 7"/>
          <p:cNvPicPr>
            <a:picLocks noChangeAspect="1"/>
          </p:cNvPicPr>
          <p:nvPr userDrawn="1"/>
        </p:nvPicPr>
        <p:blipFill rotWithShape="1">
          <a:blip r:embed="rId3" cstate="print">
            <a:extLst>
              <a:ext uri="{28A0092B-C50C-407E-A947-70E740481C1C}">
                <a14:useLocalDpi xmlns:a14="http://schemas.microsoft.com/office/drawing/2010/main" val="0"/>
              </a:ext>
            </a:extLst>
          </a:blip>
          <a:srcRect l="-1"/>
          <a:stretch/>
        </p:blipFill>
        <p:spPr>
          <a:xfrm rot="5400000">
            <a:off x="3689636" y="3075432"/>
            <a:ext cx="6858000" cy="707136"/>
          </a:xfrm>
          <a:prstGeom prst="rect">
            <a:avLst/>
          </a:prstGeom>
        </p:spPr>
      </p:pic>
      <p:pic>
        <p:nvPicPr>
          <p:cNvPr id="9" name="Picture 8"/>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10800000" flipH="1" flipV="1">
            <a:off x="837173" y="681710"/>
            <a:ext cx="1188379" cy="421377"/>
          </a:xfrm>
          <a:prstGeom prst="rect">
            <a:avLst/>
          </a:prstGeom>
        </p:spPr>
      </p:pic>
    </p:spTree>
    <p:extLst>
      <p:ext uri="{BB962C8B-B14F-4D97-AF65-F5344CB8AC3E}">
        <p14:creationId xmlns:p14="http://schemas.microsoft.com/office/powerpoint/2010/main" val="383019813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with Custom Pictur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08621" y="1883221"/>
            <a:ext cx="5754624" cy="1895904"/>
          </a:xfrm>
        </p:spPr>
        <p:txBody>
          <a:bodyPr/>
          <a:lstStyle>
            <a:lvl1pPr>
              <a:defRPr>
                <a:solidFill>
                  <a:schemeClr val="bg1"/>
                </a:solidFill>
              </a:defRPr>
            </a:lvl1pPr>
          </a:lstStyle>
          <a:p>
            <a:r>
              <a:rPr lang="en-US" dirty="0"/>
              <a:t>Please add title here</a:t>
            </a:r>
          </a:p>
        </p:txBody>
      </p:sp>
      <p:sp>
        <p:nvSpPr>
          <p:cNvPr id="3" name="Date Placeholder 2"/>
          <p:cNvSpPr>
            <a:spLocks noGrp="1"/>
          </p:cNvSpPr>
          <p:nvPr>
            <p:ph type="dt" sz="half" idx="10"/>
          </p:nvPr>
        </p:nvSpPr>
        <p:spPr/>
        <p:txBody>
          <a:bodyPr tIns="0" anchor="ctr" anchorCtr="0"/>
          <a:lstStyle>
            <a:lvl1pPr>
              <a:defRPr cap="all" baseline="0">
                <a:solidFill>
                  <a:schemeClr val="bg1"/>
                </a:solidFill>
              </a:defRPr>
            </a:lvl1pPr>
          </a:lstStyle>
          <a:p>
            <a:endParaRPr lang="en-US" dirty="0"/>
          </a:p>
        </p:txBody>
      </p:sp>
      <p:sp>
        <p:nvSpPr>
          <p:cNvPr id="7" name="Text Placeholder 6"/>
          <p:cNvSpPr>
            <a:spLocks noGrp="1"/>
          </p:cNvSpPr>
          <p:nvPr>
            <p:ph type="body" sz="quarter" idx="11" hasCustomPrompt="1"/>
          </p:nvPr>
        </p:nvSpPr>
        <p:spPr>
          <a:xfrm>
            <a:off x="708621" y="4066329"/>
            <a:ext cx="5754624" cy="418576"/>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dirty="0"/>
              <a:t>Please add subtitle here</a:t>
            </a:r>
          </a:p>
        </p:txBody>
      </p:sp>
      <p:sp>
        <p:nvSpPr>
          <p:cNvPr id="5" name="Picture Placeholder 4"/>
          <p:cNvSpPr>
            <a:spLocks noGrp="1"/>
          </p:cNvSpPr>
          <p:nvPr>
            <p:ph type="pic" sz="quarter" idx="12" hasCustomPrompt="1"/>
          </p:nvPr>
        </p:nvSpPr>
        <p:spPr>
          <a:xfrm>
            <a:off x="7112000" y="0"/>
            <a:ext cx="5080000" cy="6858000"/>
          </a:xfrm>
          <a:prstGeom prst="rect">
            <a:avLst/>
          </a:prstGeom>
          <a:noFill/>
          <a:ln>
            <a:noFill/>
          </a:ln>
        </p:spPr>
        <p:txBody>
          <a:bodyPr anchor="ctr"/>
          <a:lstStyle>
            <a:lvl1pPr algn="ctr">
              <a:defRPr baseline="0"/>
            </a:lvl1pPr>
          </a:lstStyle>
          <a:p>
            <a:r>
              <a:rPr lang="en-US" dirty="0"/>
              <a:t>Please add cover picture here</a:t>
            </a:r>
          </a:p>
          <a:p>
            <a:endParaRPr lang="en-US" dirty="0"/>
          </a:p>
          <a:p>
            <a:endParaRPr lang="en-US" dirty="0"/>
          </a:p>
        </p:txBody>
      </p:sp>
      <p:sp>
        <p:nvSpPr>
          <p:cNvPr id="11" name="Text Placeholder 10"/>
          <p:cNvSpPr>
            <a:spLocks noGrp="1"/>
          </p:cNvSpPr>
          <p:nvPr>
            <p:ph type="body" sz="quarter" idx="13" hasCustomPrompt="1"/>
          </p:nvPr>
        </p:nvSpPr>
        <p:spPr>
          <a:xfrm>
            <a:off x="6765068" y="0"/>
            <a:ext cx="707136" cy="6858000"/>
          </a:xfrm>
          <a:prstGeom prst="rect">
            <a:avLst/>
          </a:prstGeom>
          <a:blipFill>
            <a:blip r:embed="rId2"/>
            <a:stretch>
              <a:fillRect/>
            </a:stretch>
          </a:blipFill>
        </p:spPr>
        <p:txBody>
          <a:bodyPr/>
          <a:lstStyle/>
          <a:p>
            <a:pPr lvl="0"/>
            <a:r>
              <a:rPr lang="en-US" dirty="0"/>
              <a:t> </a:t>
            </a:r>
          </a:p>
        </p:txBody>
      </p:sp>
      <p:pic>
        <p:nvPicPr>
          <p:cNvPr id="8" name="Picture 7"/>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10800000" flipH="1" flipV="1">
            <a:off x="837173" y="681710"/>
            <a:ext cx="1188379" cy="421377"/>
          </a:xfrm>
          <a:prstGeom prst="rect">
            <a:avLst/>
          </a:prstGeom>
        </p:spPr>
      </p:pic>
    </p:spTree>
    <p:extLst>
      <p:ext uri="{BB962C8B-B14F-4D97-AF65-F5344CB8AC3E}">
        <p14:creationId xmlns:p14="http://schemas.microsoft.com/office/powerpoint/2010/main" val="1911894294"/>
      </p:ext>
    </p:extLst>
  </p:cSld>
  <p:clrMapOvr>
    <a:masterClrMapping/>
  </p:clrMapOvr>
  <p:extLst>
    <p:ext uri="{DCECCB84-F9BA-43D5-87BE-67443E8EF086}">
      <p15:sldGuideLst xmlns:p15="http://schemas.microsoft.com/office/powerpoint/2012/main">
        <p15:guide id="1" pos="44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nvas">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5395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08621" y="1883221"/>
            <a:ext cx="5754624" cy="1895904"/>
          </a:xfrm>
        </p:spPr>
        <p:txBody>
          <a:bodyPr/>
          <a:lstStyle>
            <a:lvl1pPr>
              <a:defRPr>
                <a:solidFill>
                  <a:schemeClr val="bg1"/>
                </a:solidFill>
              </a:defRPr>
            </a:lvl1pPr>
          </a:lstStyle>
          <a:p>
            <a:r>
              <a:rPr lang="en-US" dirty="0"/>
              <a:t>Please add title here</a:t>
            </a:r>
          </a:p>
        </p:txBody>
      </p:sp>
      <p:sp>
        <p:nvSpPr>
          <p:cNvPr id="3" name="Date Placeholder 2"/>
          <p:cNvSpPr>
            <a:spLocks noGrp="1"/>
          </p:cNvSpPr>
          <p:nvPr>
            <p:ph type="dt" sz="half" idx="10"/>
          </p:nvPr>
        </p:nvSpPr>
        <p:spPr/>
        <p:txBody>
          <a:bodyPr tIns="0" anchor="ctr" anchorCtr="0"/>
          <a:lstStyle>
            <a:lvl1pPr>
              <a:defRPr cap="all" baseline="0">
                <a:solidFill>
                  <a:schemeClr val="bg1"/>
                </a:solidFill>
              </a:defRPr>
            </a:lvl1pPr>
          </a:lstStyle>
          <a:p>
            <a:endParaRPr lang="en-US" dirty="0"/>
          </a:p>
        </p:txBody>
      </p:sp>
      <p:sp>
        <p:nvSpPr>
          <p:cNvPr id="7" name="Text Placeholder 6"/>
          <p:cNvSpPr>
            <a:spLocks noGrp="1"/>
          </p:cNvSpPr>
          <p:nvPr>
            <p:ph type="body" sz="quarter" idx="11" hasCustomPrompt="1"/>
          </p:nvPr>
        </p:nvSpPr>
        <p:spPr>
          <a:xfrm>
            <a:off x="708621" y="4066329"/>
            <a:ext cx="5754624" cy="418576"/>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dirty="0"/>
              <a:t>Please add subtitle here</a:t>
            </a:r>
          </a:p>
        </p:txBody>
      </p:sp>
      <p:pic>
        <p:nvPicPr>
          <p:cNvPr id="5" name="Picture Placeholder 6"/>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111916" y="0"/>
            <a:ext cx="5080000" cy="6858000"/>
          </a:xfrm>
          <a:prstGeom prst="rect">
            <a:avLst/>
          </a:prstGeom>
        </p:spPr>
      </p:pic>
      <p:sp>
        <p:nvSpPr>
          <p:cNvPr id="6" name="Rectangle 5"/>
          <p:cNvSpPr/>
          <p:nvPr/>
        </p:nvSpPr>
        <p:spPr>
          <a:xfrm>
            <a:off x="7111916" y="0"/>
            <a:ext cx="5080000" cy="6858000"/>
          </a:xfrm>
          <a:prstGeom prst="rect">
            <a:avLst/>
          </a:prstGeom>
          <a:solidFill>
            <a:srgbClr val="464547">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lIns="91434" tIns="45717" rIns="91434" bIns="45717" rtlCol="0" anchor="ctr"/>
          <a:lstStyle/>
          <a:p>
            <a:pPr algn="ctr"/>
            <a:endParaRPr lang="en-US" sz="1800"/>
          </a:p>
        </p:txBody>
      </p:sp>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l="-1"/>
          <a:stretch/>
        </p:blipFill>
        <p:spPr>
          <a:xfrm rot="5400000">
            <a:off x="3689636" y="3075432"/>
            <a:ext cx="6858000" cy="707136"/>
          </a:xfrm>
          <a:prstGeom prst="rect">
            <a:avLst/>
          </a:prstGeom>
        </p:spPr>
      </p:pic>
      <p:pic>
        <p:nvPicPr>
          <p:cNvPr id="9" name="Picture 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10800000" flipH="1" flipV="1">
            <a:off x="837173" y="681710"/>
            <a:ext cx="1188379" cy="421377"/>
          </a:xfrm>
          <a:prstGeom prst="rect">
            <a:avLst/>
          </a:prstGeom>
        </p:spPr>
      </p:pic>
      <p:pic>
        <p:nvPicPr>
          <p:cNvPr id="10" name="Picture Placeholder 6">
            <a:extLst>
              <a:ext uri="{FF2B5EF4-FFF2-40B4-BE49-F238E27FC236}">
                <a16:creationId xmlns:a16="http://schemas.microsoft.com/office/drawing/2014/main" id="{F08493D2-0C14-4403-A7EC-7CF0C1467AA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111916" y="0"/>
            <a:ext cx="5080000" cy="6858000"/>
          </a:xfrm>
          <a:prstGeom prst="rect">
            <a:avLst/>
          </a:prstGeom>
        </p:spPr>
      </p:pic>
      <p:sp>
        <p:nvSpPr>
          <p:cNvPr id="11" name="Rectangle 10">
            <a:extLst>
              <a:ext uri="{FF2B5EF4-FFF2-40B4-BE49-F238E27FC236}">
                <a16:creationId xmlns:a16="http://schemas.microsoft.com/office/drawing/2014/main" id="{782E0E8A-B210-4375-8C34-6AF0FDDBC8C2}"/>
              </a:ext>
            </a:extLst>
          </p:cNvPr>
          <p:cNvSpPr/>
          <p:nvPr userDrawn="1"/>
        </p:nvSpPr>
        <p:spPr>
          <a:xfrm>
            <a:off x="7111916" y="0"/>
            <a:ext cx="5080000" cy="6858000"/>
          </a:xfrm>
          <a:prstGeom prst="rect">
            <a:avLst/>
          </a:prstGeom>
          <a:solidFill>
            <a:srgbClr val="464547">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lIns="91434" tIns="45717" rIns="91434" bIns="45717" rtlCol="0" anchor="ctr"/>
          <a:lstStyle/>
          <a:p>
            <a:pPr algn="ctr"/>
            <a:endParaRPr lang="en-US" sz="1800"/>
          </a:p>
        </p:txBody>
      </p:sp>
      <p:pic>
        <p:nvPicPr>
          <p:cNvPr id="12" name="Picture 11">
            <a:extLst>
              <a:ext uri="{FF2B5EF4-FFF2-40B4-BE49-F238E27FC236}">
                <a16:creationId xmlns:a16="http://schemas.microsoft.com/office/drawing/2014/main" id="{DC91570C-AC2E-4D59-B487-9550C7A243FA}"/>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1"/>
          <a:stretch/>
        </p:blipFill>
        <p:spPr>
          <a:xfrm rot="5400000">
            <a:off x="3689636" y="3075432"/>
            <a:ext cx="6858000" cy="707136"/>
          </a:xfrm>
          <a:prstGeom prst="rect">
            <a:avLst/>
          </a:prstGeom>
        </p:spPr>
      </p:pic>
      <p:pic>
        <p:nvPicPr>
          <p:cNvPr id="13" name="Picture 12">
            <a:extLst>
              <a:ext uri="{FF2B5EF4-FFF2-40B4-BE49-F238E27FC236}">
                <a16:creationId xmlns:a16="http://schemas.microsoft.com/office/drawing/2014/main" id="{5E8ECF8E-6CC7-4650-B602-F168C844C3D0}"/>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10800000" flipH="1" flipV="1">
            <a:off x="837173" y="681710"/>
            <a:ext cx="1188379" cy="421377"/>
          </a:xfrm>
          <a:prstGeom prst="rect">
            <a:avLst/>
          </a:prstGeom>
        </p:spPr>
      </p:pic>
    </p:spTree>
    <p:extLst>
      <p:ext uri="{BB962C8B-B14F-4D97-AF65-F5344CB8AC3E}">
        <p14:creationId xmlns:p14="http://schemas.microsoft.com/office/powerpoint/2010/main" val="117262682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ver with Custom Pictur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08621" y="1883221"/>
            <a:ext cx="5754624" cy="1895904"/>
          </a:xfrm>
        </p:spPr>
        <p:txBody>
          <a:bodyPr/>
          <a:lstStyle>
            <a:lvl1pPr>
              <a:defRPr>
                <a:solidFill>
                  <a:schemeClr val="bg1"/>
                </a:solidFill>
              </a:defRPr>
            </a:lvl1pPr>
          </a:lstStyle>
          <a:p>
            <a:r>
              <a:rPr lang="en-US" dirty="0"/>
              <a:t>Please add title here</a:t>
            </a:r>
          </a:p>
        </p:txBody>
      </p:sp>
      <p:sp>
        <p:nvSpPr>
          <p:cNvPr id="3" name="Date Placeholder 2"/>
          <p:cNvSpPr>
            <a:spLocks noGrp="1"/>
          </p:cNvSpPr>
          <p:nvPr>
            <p:ph type="dt" sz="half" idx="10"/>
          </p:nvPr>
        </p:nvSpPr>
        <p:spPr>
          <a:xfrm>
            <a:off x="708621" y="5125025"/>
            <a:ext cx="2593768" cy="532608"/>
          </a:xfrm>
        </p:spPr>
        <p:txBody>
          <a:bodyPr tIns="0" anchor="ctr" anchorCtr="0"/>
          <a:lstStyle>
            <a:lvl1pPr>
              <a:defRPr cap="all" baseline="0">
                <a:solidFill>
                  <a:schemeClr val="bg1"/>
                </a:solidFill>
              </a:defRPr>
            </a:lvl1pPr>
          </a:lstStyle>
          <a:p>
            <a:endParaRPr lang="en-US" dirty="0"/>
          </a:p>
        </p:txBody>
      </p:sp>
      <p:sp>
        <p:nvSpPr>
          <p:cNvPr id="7" name="Text Placeholder 6"/>
          <p:cNvSpPr>
            <a:spLocks noGrp="1"/>
          </p:cNvSpPr>
          <p:nvPr>
            <p:ph type="body" sz="quarter" idx="11" hasCustomPrompt="1"/>
          </p:nvPr>
        </p:nvSpPr>
        <p:spPr>
          <a:xfrm>
            <a:off x="708621" y="4066329"/>
            <a:ext cx="5754624" cy="418576"/>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dirty="0"/>
              <a:t>Please add subtitle here</a:t>
            </a:r>
          </a:p>
        </p:txBody>
      </p:sp>
      <p:sp>
        <p:nvSpPr>
          <p:cNvPr id="5" name="Picture Placeholder 4"/>
          <p:cNvSpPr>
            <a:spLocks noGrp="1"/>
          </p:cNvSpPr>
          <p:nvPr>
            <p:ph type="pic" sz="quarter" idx="12" hasCustomPrompt="1"/>
          </p:nvPr>
        </p:nvSpPr>
        <p:spPr>
          <a:xfrm>
            <a:off x="7112000" y="0"/>
            <a:ext cx="5080000" cy="6858000"/>
          </a:xfrm>
          <a:prstGeom prst="rect">
            <a:avLst/>
          </a:prstGeom>
          <a:noFill/>
          <a:ln>
            <a:noFill/>
          </a:ln>
        </p:spPr>
        <p:txBody>
          <a:bodyPr anchor="ctr"/>
          <a:lstStyle>
            <a:lvl1pPr algn="ctr">
              <a:defRPr baseline="0"/>
            </a:lvl1pPr>
          </a:lstStyle>
          <a:p>
            <a:r>
              <a:rPr lang="en-US" dirty="0"/>
              <a:t>Please add cover picture here</a:t>
            </a:r>
          </a:p>
          <a:p>
            <a:endParaRPr lang="en-US" dirty="0"/>
          </a:p>
          <a:p>
            <a:endParaRPr lang="en-US" dirty="0"/>
          </a:p>
        </p:txBody>
      </p:sp>
      <p:sp>
        <p:nvSpPr>
          <p:cNvPr id="11" name="Text Placeholder 10"/>
          <p:cNvSpPr>
            <a:spLocks noGrp="1"/>
          </p:cNvSpPr>
          <p:nvPr>
            <p:ph type="body" sz="quarter" idx="13" hasCustomPrompt="1"/>
          </p:nvPr>
        </p:nvSpPr>
        <p:spPr>
          <a:xfrm>
            <a:off x="6765068" y="0"/>
            <a:ext cx="707136" cy="6858000"/>
          </a:xfrm>
          <a:prstGeom prst="rect">
            <a:avLst/>
          </a:prstGeom>
          <a:blipFill>
            <a:blip r:embed="rId2"/>
            <a:stretch>
              <a:fillRect/>
            </a:stretch>
          </a:blipFill>
        </p:spPr>
        <p:txBody>
          <a:bodyPr/>
          <a:lstStyle/>
          <a:p>
            <a:pPr lvl="0"/>
            <a:r>
              <a:rPr lang="en-US" dirty="0"/>
              <a:t> </a:t>
            </a:r>
          </a:p>
        </p:txBody>
      </p:sp>
      <p:pic>
        <p:nvPicPr>
          <p:cNvPr id="8" name="Picture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10800000" flipH="1" flipV="1">
            <a:off x="837173" y="681710"/>
            <a:ext cx="1188379" cy="421377"/>
          </a:xfrm>
          <a:prstGeom prst="rect">
            <a:avLst/>
          </a:prstGeom>
        </p:spPr>
      </p:pic>
      <p:sp>
        <p:nvSpPr>
          <p:cNvPr id="9" name="TextBox 8">
            <a:extLst>
              <a:ext uri="{FF2B5EF4-FFF2-40B4-BE49-F238E27FC236}">
                <a16:creationId xmlns:a16="http://schemas.microsoft.com/office/drawing/2014/main" id="{2581AF72-7AD6-334A-BFA2-32789379DA3D}"/>
              </a:ext>
            </a:extLst>
          </p:cNvPr>
          <p:cNvSpPr txBox="1"/>
          <p:nvPr/>
        </p:nvSpPr>
        <p:spPr>
          <a:xfrm>
            <a:off x="561869" y="6503133"/>
            <a:ext cx="3229583" cy="200055"/>
          </a:xfrm>
          <a:prstGeom prst="rect">
            <a:avLst/>
          </a:prstGeom>
          <a:noFill/>
        </p:spPr>
        <p:txBody>
          <a:bodyPr wrap="square" rtlCol="0">
            <a:sp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2019 EPAM Systems, Inc.</a:t>
            </a:r>
            <a:endParaRPr lang="en-US" sz="700" dirty="0">
              <a:latin typeface="+mj-lt"/>
            </a:endParaRPr>
          </a:p>
        </p:txBody>
      </p:sp>
      <p:pic>
        <p:nvPicPr>
          <p:cNvPr id="10" name="Picture 9">
            <a:extLst>
              <a:ext uri="{FF2B5EF4-FFF2-40B4-BE49-F238E27FC236}">
                <a16:creationId xmlns:a16="http://schemas.microsoft.com/office/drawing/2014/main" id="{D8545F6D-643E-4BDA-ABB7-90E4B8DDA8C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10800000" flipH="1" flipV="1">
            <a:off x="837173" y="681710"/>
            <a:ext cx="1188379" cy="421377"/>
          </a:xfrm>
          <a:prstGeom prst="rect">
            <a:avLst/>
          </a:prstGeom>
        </p:spPr>
      </p:pic>
    </p:spTree>
    <p:extLst>
      <p:ext uri="{BB962C8B-B14F-4D97-AF65-F5344CB8AC3E}">
        <p14:creationId xmlns:p14="http://schemas.microsoft.com/office/powerpoint/2010/main" val="516601497"/>
      </p:ext>
    </p:extLst>
  </p:cSld>
  <p:clrMapOvr>
    <a:masterClrMapping/>
  </p:clrMapOvr>
  <p:extLst>
    <p:ext uri="{DCECCB84-F9BA-43D5-87BE-67443E8EF086}">
      <p15:sldGuideLst xmlns:p15="http://schemas.microsoft.com/office/powerpoint/2012/main">
        <p15:guide id="1" pos="44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anvas">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E38DE0-131E-E04E-BD2E-B00FD5B34CB6}"/>
              </a:ext>
            </a:extLst>
          </p:cNvPr>
          <p:cNvSpPr txBox="1"/>
          <p:nvPr/>
        </p:nvSpPr>
        <p:spPr>
          <a:xfrm>
            <a:off x="174379" y="6503133"/>
            <a:ext cx="3229583" cy="200055"/>
          </a:xfrm>
          <a:prstGeom prst="rect">
            <a:avLst/>
          </a:prstGeom>
          <a:noFill/>
        </p:spPr>
        <p:txBody>
          <a:bodyPr wrap="square" rtlCol="0">
            <a:sp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700" dirty="0">
                <a:solidFill>
                  <a:schemeClr val="bg1"/>
                </a:solidFill>
                <a:latin typeface="+mj-lt"/>
              </a:rPr>
              <a:t>CONFIDENTIAL  |  </a:t>
            </a:r>
            <a:r>
              <a:rPr lang="en-US" sz="700" b="0" i="0" u="none" strike="noStrike" kern="1200" baseline="0" dirty="0">
                <a:solidFill>
                  <a:schemeClr val="bg1"/>
                </a:solidFill>
                <a:effectLst/>
                <a:latin typeface="+mj-lt"/>
                <a:ea typeface="+mn-ea"/>
                <a:cs typeface="+mn-cs"/>
              </a:rPr>
              <a:t>© 2019 EPAM Systems, Inc.</a:t>
            </a:r>
            <a:endParaRPr lang="en-US" sz="700" dirty="0">
              <a:latin typeface="+mj-lt"/>
            </a:endParaRPr>
          </a:p>
        </p:txBody>
      </p:sp>
    </p:spTree>
    <p:extLst>
      <p:ext uri="{BB962C8B-B14F-4D97-AF65-F5344CB8AC3E}">
        <p14:creationId xmlns:p14="http://schemas.microsoft.com/office/powerpoint/2010/main" val="811312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08621" y="1883221"/>
            <a:ext cx="5754624" cy="1895904"/>
          </a:xfrm>
        </p:spPr>
        <p:txBody>
          <a:bodyPr/>
          <a:lstStyle>
            <a:lvl1pPr>
              <a:defRPr>
                <a:solidFill>
                  <a:schemeClr val="bg1"/>
                </a:solidFill>
              </a:defRPr>
            </a:lvl1pPr>
          </a:lstStyle>
          <a:p>
            <a:r>
              <a:rPr lang="en-US" dirty="0"/>
              <a:t>Please add title here</a:t>
            </a:r>
          </a:p>
        </p:txBody>
      </p:sp>
      <p:sp>
        <p:nvSpPr>
          <p:cNvPr id="3" name="Date Placeholder 2"/>
          <p:cNvSpPr>
            <a:spLocks noGrp="1"/>
          </p:cNvSpPr>
          <p:nvPr>
            <p:ph type="dt" sz="half" idx="10"/>
          </p:nvPr>
        </p:nvSpPr>
        <p:spPr/>
        <p:txBody>
          <a:bodyPr tIns="0" anchor="ctr" anchorCtr="0"/>
          <a:lstStyle>
            <a:lvl1pPr>
              <a:defRPr cap="all" baseline="0">
                <a:solidFill>
                  <a:schemeClr val="bg1"/>
                </a:solidFill>
              </a:defRPr>
            </a:lvl1pPr>
          </a:lstStyle>
          <a:p>
            <a:endParaRPr lang="en-US" dirty="0"/>
          </a:p>
        </p:txBody>
      </p:sp>
      <p:sp>
        <p:nvSpPr>
          <p:cNvPr id="7" name="Text Placeholder 6"/>
          <p:cNvSpPr>
            <a:spLocks noGrp="1"/>
          </p:cNvSpPr>
          <p:nvPr>
            <p:ph type="body" sz="quarter" idx="11" hasCustomPrompt="1"/>
          </p:nvPr>
        </p:nvSpPr>
        <p:spPr>
          <a:xfrm>
            <a:off x="708621" y="4066329"/>
            <a:ext cx="5754624" cy="418576"/>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dirty="0"/>
              <a:t>Please add subtitle here</a:t>
            </a:r>
          </a:p>
        </p:txBody>
      </p:sp>
      <p:pic>
        <p:nvPicPr>
          <p:cNvPr id="5" name="Picture Placeholder 6"/>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111916" y="0"/>
            <a:ext cx="5080000" cy="6858000"/>
          </a:xfrm>
          <a:prstGeom prst="rect">
            <a:avLst/>
          </a:prstGeom>
        </p:spPr>
      </p:pic>
      <p:sp>
        <p:nvSpPr>
          <p:cNvPr id="6" name="Rectangle 5"/>
          <p:cNvSpPr/>
          <p:nvPr/>
        </p:nvSpPr>
        <p:spPr>
          <a:xfrm>
            <a:off x="7111916" y="0"/>
            <a:ext cx="5080000" cy="6858000"/>
          </a:xfrm>
          <a:prstGeom prst="rect">
            <a:avLst/>
          </a:prstGeom>
          <a:solidFill>
            <a:srgbClr val="464547">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lIns="91434" tIns="45717" rIns="91434" bIns="45717" rtlCol="0" anchor="ctr"/>
          <a:lstStyle/>
          <a:p>
            <a:pPr algn="ctr"/>
            <a:endParaRPr lang="en-US" sz="1800"/>
          </a:p>
        </p:txBody>
      </p:sp>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l="-1"/>
          <a:stretch/>
        </p:blipFill>
        <p:spPr>
          <a:xfrm rot="5400000">
            <a:off x="3689636" y="3075432"/>
            <a:ext cx="6858000" cy="707136"/>
          </a:xfrm>
          <a:prstGeom prst="rect">
            <a:avLst/>
          </a:prstGeom>
        </p:spPr>
      </p:pic>
      <p:pic>
        <p:nvPicPr>
          <p:cNvPr id="9" name="Picture 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10800000" flipH="1" flipV="1">
            <a:off x="837173" y="681709"/>
            <a:ext cx="1188379" cy="421377"/>
          </a:xfrm>
          <a:prstGeom prst="rect">
            <a:avLst/>
          </a:prstGeom>
        </p:spPr>
      </p:pic>
      <p:pic>
        <p:nvPicPr>
          <p:cNvPr id="10" name="Picture Placeholder 6">
            <a:extLst>
              <a:ext uri="{FF2B5EF4-FFF2-40B4-BE49-F238E27FC236}">
                <a16:creationId xmlns:a16="http://schemas.microsoft.com/office/drawing/2014/main" id="{E5DCD705-3CC0-4566-B250-8F7C6273F54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111916" y="0"/>
            <a:ext cx="5080000" cy="6858000"/>
          </a:xfrm>
          <a:prstGeom prst="rect">
            <a:avLst/>
          </a:prstGeom>
        </p:spPr>
      </p:pic>
      <p:sp>
        <p:nvSpPr>
          <p:cNvPr id="11" name="Rectangle 10">
            <a:extLst>
              <a:ext uri="{FF2B5EF4-FFF2-40B4-BE49-F238E27FC236}">
                <a16:creationId xmlns:a16="http://schemas.microsoft.com/office/drawing/2014/main" id="{C4BC1DAC-2F88-4458-8F72-8EB7F60988CC}"/>
              </a:ext>
            </a:extLst>
          </p:cNvPr>
          <p:cNvSpPr/>
          <p:nvPr userDrawn="1"/>
        </p:nvSpPr>
        <p:spPr>
          <a:xfrm>
            <a:off x="7111916" y="0"/>
            <a:ext cx="5080000" cy="6858000"/>
          </a:xfrm>
          <a:prstGeom prst="rect">
            <a:avLst/>
          </a:prstGeom>
          <a:solidFill>
            <a:srgbClr val="464547">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lIns="91434" tIns="45717" rIns="91434" bIns="45717" rtlCol="0" anchor="ctr"/>
          <a:lstStyle/>
          <a:p>
            <a:pPr algn="ctr"/>
            <a:endParaRPr lang="en-US" sz="1800"/>
          </a:p>
        </p:txBody>
      </p:sp>
      <p:pic>
        <p:nvPicPr>
          <p:cNvPr id="12" name="Picture 11">
            <a:extLst>
              <a:ext uri="{FF2B5EF4-FFF2-40B4-BE49-F238E27FC236}">
                <a16:creationId xmlns:a16="http://schemas.microsoft.com/office/drawing/2014/main" id="{E6EFE07F-72DB-4855-8606-8774B677E7F1}"/>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1"/>
          <a:stretch/>
        </p:blipFill>
        <p:spPr>
          <a:xfrm rot="5400000">
            <a:off x="3689636" y="3075432"/>
            <a:ext cx="6858000" cy="707136"/>
          </a:xfrm>
          <a:prstGeom prst="rect">
            <a:avLst/>
          </a:prstGeom>
        </p:spPr>
      </p:pic>
      <p:pic>
        <p:nvPicPr>
          <p:cNvPr id="13" name="Picture 12">
            <a:extLst>
              <a:ext uri="{FF2B5EF4-FFF2-40B4-BE49-F238E27FC236}">
                <a16:creationId xmlns:a16="http://schemas.microsoft.com/office/drawing/2014/main" id="{163182E7-229E-455A-ACBB-9F30CB8EA36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10800000" flipH="1" flipV="1">
            <a:off x="837173" y="681710"/>
            <a:ext cx="1188379" cy="421377"/>
          </a:xfrm>
          <a:prstGeom prst="rect">
            <a:avLst/>
          </a:prstGeom>
        </p:spPr>
      </p:pic>
    </p:spTree>
    <p:extLst>
      <p:ext uri="{BB962C8B-B14F-4D97-AF65-F5344CB8AC3E}">
        <p14:creationId xmlns:p14="http://schemas.microsoft.com/office/powerpoint/2010/main" val="4246455441"/>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ver with Custom Pictur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08621" y="1883221"/>
            <a:ext cx="5754624" cy="1895904"/>
          </a:xfrm>
        </p:spPr>
        <p:txBody>
          <a:bodyPr/>
          <a:lstStyle>
            <a:lvl1pPr>
              <a:defRPr>
                <a:solidFill>
                  <a:schemeClr val="bg1"/>
                </a:solidFill>
              </a:defRPr>
            </a:lvl1pPr>
          </a:lstStyle>
          <a:p>
            <a:r>
              <a:rPr lang="en-US" dirty="0"/>
              <a:t>Please add title here</a:t>
            </a:r>
          </a:p>
        </p:txBody>
      </p:sp>
      <p:sp>
        <p:nvSpPr>
          <p:cNvPr id="3" name="Date Placeholder 2"/>
          <p:cNvSpPr>
            <a:spLocks noGrp="1"/>
          </p:cNvSpPr>
          <p:nvPr>
            <p:ph type="dt" sz="half" idx="10"/>
          </p:nvPr>
        </p:nvSpPr>
        <p:spPr/>
        <p:txBody>
          <a:bodyPr tIns="0" anchor="ctr" anchorCtr="0"/>
          <a:lstStyle>
            <a:lvl1pPr>
              <a:defRPr cap="all" baseline="0">
                <a:solidFill>
                  <a:schemeClr val="bg1"/>
                </a:solidFill>
              </a:defRPr>
            </a:lvl1pPr>
          </a:lstStyle>
          <a:p>
            <a:endParaRPr lang="en-US" dirty="0"/>
          </a:p>
        </p:txBody>
      </p:sp>
      <p:sp>
        <p:nvSpPr>
          <p:cNvPr id="7" name="Text Placeholder 6"/>
          <p:cNvSpPr>
            <a:spLocks noGrp="1"/>
          </p:cNvSpPr>
          <p:nvPr>
            <p:ph type="body" sz="quarter" idx="11" hasCustomPrompt="1"/>
          </p:nvPr>
        </p:nvSpPr>
        <p:spPr>
          <a:xfrm>
            <a:off x="708621" y="4066329"/>
            <a:ext cx="5754624" cy="418576"/>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dirty="0"/>
              <a:t>Please add subtitle here</a:t>
            </a:r>
          </a:p>
        </p:txBody>
      </p:sp>
      <p:sp>
        <p:nvSpPr>
          <p:cNvPr id="5" name="Picture Placeholder 4"/>
          <p:cNvSpPr>
            <a:spLocks noGrp="1"/>
          </p:cNvSpPr>
          <p:nvPr>
            <p:ph type="pic" sz="quarter" idx="12" hasCustomPrompt="1"/>
          </p:nvPr>
        </p:nvSpPr>
        <p:spPr>
          <a:xfrm>
            <a:off x="7112000" y="0"/>
            <a:ext cx="5080000" cy="6858000"/>
          </a:xfrm>
          <a:prstGeom prst="rect">
            <a:avLst/>
          </a:prstGeom>
          <a:noFill/>
          <a:ln>
            <a:noFill/>
          </a:ln>
        </p:spPr>
        <p:txBody>
          <a:bodyPr anchor="ctr"/>
          <a:lstStyle>
            <a:lvl1pPr algn="ctr">
              <a:defRPr baseline="0"/>
            </a:lvl1pPr>
          </a:lstStyle>
          <a:p>
            <a:r>
              <a:rPr lang="en-US" dirty="0"/>
              <a:t>Please add cover picture here</a:t>
            </a:r>
          </a:p>
          <a:p>
            <a:endParaRPr lang="en-US" dirty="0"/>
          </a:p>
          <a:p>
            <a:endParaRPr lang="en-US" dirty="0"/>
          </a:p>
        </p:txBody>
      </p:sp>
      <p:sp>
        <p:nvSpPr>
          <p:cNvPr id="11" name="Text Placeholder 10"/>
          <p:cNvSpPr>
            <a:spLocks noGrp="1"/>
          </p:cNvSpPr>
          <p:nvPr>
            <p:ph type="body" sz="quarter" idx="13" hasCustomPrompt="1"/>
          </p:nvPr>
        </p:nvSpPr>
        <p:spPr>
          <a:xfrm>
            <a:off x="6765068" y="0"/>
            <a:ext cx="707136" cy="6858000"/>
          </a:xfrm>
          <a:prstGeom prst="rect">
            <a:avLst/>
          </a:prstGeom>
          <a:blipFill>
            <a:blip r:embed="rId2"/>
            <a:stretch>
              <a:fillRect/>
            </a:stretch>
          </a:blipFill>
        </p:spPr>
        <p:txBody>
          <a:bodyPr/>
          <a:lstStyle/>
          <a:p>
            <a:pPr lvl="0"/>
            <a:r>
              <a:rPr lang="en-US" dirty="0"/>
              <a:t> </a:t>
            </a:r>
          </a:p>
        </p:txBody>
      </p:sp>
      <p:pic>
        <p:nvPicPr>
          <p:cNvPr id="8" name="Picture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10800000" flipH="1" flipV="1">
            <a:off x="837173" y="681709"/>
            <a:ext cx="1188379" cy="421377"/>
          </a:xfrm>
          <a:prstGeom prst="rect">
            <a:avLst/>
          </a:prstGeom>
        </p:spPr>
      </p:pic>
      <p:pic>
        <p:nvPicPr>
          <p:cNvPr id="9" name="Picture 8">
            <a:extLst>
              <a:ext uri="{FF2B5EF4-FFF2-40B4-BE49-F238E27FC236}">
                <a16:creationId xmlns:a16="http://schemas.microsoft.com/office/drawing/2014/main" id="{FA98BBBD-FC5D-43EC-B2DC-8E381F24E4B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10800000" flipH="1" flipV="1">
            <a:off x="837173" y="681710"/>
            <a:ext cx="1188379" cy="421377"/>
          </a:xfrm>
          <a:prstGeom prst="rect">
            <a:avLst/>
          </a:prstGeom>
        </p:spPr>
      </p:pic>
    </p:spTree>
    <p:extLst>
      <p:ext uri="{BB962C8B-B14F-4D97-AF65-F5344CB8AC3E}">
        <p14:creationId xmlns:p14="http://schemas.microsoft.com/office/powerpoint/2010/main" val="3740333761"/>
      </p:ext>
    </p:extLst>
  </p:cSld>
  <p:clrMapOvr>
    <a:masterClrMapping/>
  </p:clrMapOvr>
  <p:extLst>
    <p:ext uri="{DCECCB84-F9BA-43D5-87BE-67443E8EF086}">
      <p15:sldGuideLst xmlns:p15="http://schemas.microsoft.com/office/powerpoint/2012/main">
        <p15:guide id="1" pos="44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nvas">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13973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476253" y="1439334"/>
            <a:ext cx="11239500" cy="4529667"/>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dirty="0">
                <a:latin typeface="+mj-lt"/>
              </a:rPr>
              <a:t>In </a:t>
            </a:r>
            <a:r>
              <a:rPr lang="en-US" sz="1100" dirty="0" err="1">
                <a:latin typeface="+mj-lt"/>
              </a:rPr>
              <a:t>egestas</a:t>
            </a:r>
            <a:r>
              <a:rPr lang="en-US" sz="1100" dirty="0">
                <a:latin typeface="+mj-lt"/>
              </a:rPr>
              <a:t> </a:t>
            </a:r>
            <a:r>
              <a:rPr lang="en-US" sz="1100" dirty="0" err="1">
                <a:latin typeface="+mj-lt"/>
              </a:rPr>
              <a:t>orci</a:t>
            </a:r>
            <a:r>
              <a:rPr lang="en-US" sz="1100" dirty="0">
                <a:latin typeface="+mj-lt"/>
              </a:rPr>
              <a:t> </a:t>
            </a:r>
            <a:r>
              <a:rPr lang="en-US" sz="1100" dirty="0" err="1">
                <a:latin typeface="+mj-lt"/>
              </a:rPr>
              <a:t>eu</a:t>
            </a:r>
            <a:r>
              <a:rPr lang="en-US" sz="1100" dirty="0">
                <a:latin typeface="+mj-lt"/>
              </a:rPr>
              <a:t> </a:t>
            </a:r>
            <a:r>
              <a:rPr lang="en-US" sz="1100" dirty="0" err="1">
                <a:latin typeface="+mj-lt"/>
              </a:rPr>
              <a:t>lacinia</a:t>
            </a:r>
            <a:r>
              <a:rPr lang="en-US" sz="1100" dirty="0">
                <a:latin typeface="+mj-lt"/>
              </a:rPr>
              <a:t> </a:t>
            </a:r>
            <a:r>
              <a:rPr lang="en-US" sz="1100" dirty="0" err="1">
                <a:latin typeface="+mj-lt"/>
              </a:rPr>
              <a:t>consectetur</a:t>
            </a:r>
            <a:r>
              <a:rPr lang="en-US" sz="1100" dirty="0">
                <a:latin typeface="+mj-lt"/>
              </a:rPr>
              <a:t>. In dolor ipsum, gravida et </a:t>
            </a:r>
            <a:r>
              <a:rPr lang="en-US" sz="1100" dirty="0" err="1">
                <a:latin typeface="+mj-lt"/>
              </a:rPr>
              <a:t>sagittis</a:t>
            </a:r>
            <a:r>
              <a:rPr lang="en-US" sz="1100" dirty="0">
                <a:latin typeface="+mj-lt"/>
              </a:rPr>
              <a:t> id, </a:t>
            </a:r>
            <a:r>
              <a:rPr lang="en-US" sz="1100" dirty="0" err="1">
                <a:latin typeface="+mj-lt"/>
              </a:rPr>
              <a:t>sollicitudin</a:t>
            </a:r>
            <a:r>
              <a:rPr lang="en-US" sz="1100" dirty="0">
                <a:latin typeface="+mj-lt"/>
              </a:rPr>
              <a:t> </a:t>
            </a:r>
            <a:r>
              <a:rPr lang="en-US" sz="1100" dirty="0" err="1">
                <a:latin typeface="+mj-lt"/>
              </a:rPr>
              <a:t>ut</a:t>
            </a:r>
            <a:r>
              <a:rPr lang="en-US" sz="1100" dirty="0">
                <a:latin typeface="+mj-lt"/>
              </a:rPr>
              <a:t> </a:t>
            </a:r>
            <a:r>
              <a:rPr lang="en-US" sz="1100" dirty="0" err="1">
                <a:latin typeface="+mj-lt"/>
              </a:rPr>
              <a:t>nisl</a:t>
            </a:r>
            <a:r>
              <a:rPr lang="en-US" sz="1100" dirty="0">
                <a:latin typeface="+mj-lt"/>
              </a:rPr>
              <a:t>. </a:t>
            </a:r>
            <a:r>
              <a:rPr lang="en-US" sz="1100" dirty="0" err="1">
                <a:latin typeface="+mj-lt"/>
              </a:rPr>
              <a:t>Praesent</a:t>
            </a:r>
            <a:r>
              <a:rPr lang="en-US" sz="1100" dirty="0">
                <a:latin typeface="+mj-lt"/>
              </a:rPr>
              <a:t> </a:t>
            </a:r>
            <a:r>
              <a:rPr lang="en-US" sz="1100" dirty="0" err="1">
                <a:latin typeface="+mj-lt"/>
              </a:rPr>
              <a:t>bibendum</a:t>
            </a:r>
            <a:r>
              <a:rPr lang="en-US" sz="1100" dirty="0">
                <a:latin typeface="+mj-lt"/>
              </a:rPr>
              <a:t> tempus </a:t>
            </a:r>
            <a:r>
              <a:rPr lang="en-US" sz="1100" dirty="0" err="1">
                <a:latin typeface="+mj-lt"/>
              </a:rPr>
              <a:t>tellus</a:t>
            </a:r>
            <a:r>
              <a:rPr lang="en-US" sz="1100" dirty="0">
                <a:latin typeface="+mj-lt"/>
              </a:rPr>
              <a:t> </a:t>
            </a:r>
            <a:r>
              <a:rPr lang="en-US" sz="1100" dirty="0" err="1">
                <a:latin typeface="+mj-lt"/>
              </a:rPr>
              <a:t>nec</a:t>
            </a:r>
            <a:r>
              <a:rPr lang="en-US" sz="1100" dirty="0">
                <a:latin typeface="+mj-lt"/>
              </a:rPr>
              <a:t> </a:t>
            </a:r>
            <a:r>
              <a:rPr lang="en-US" sz="1100" dirty="0" err="1">
                <a:latin typeface="+mj-lt"/>
              </a:rPr>
              <a:t>hendrerit</a:t>
            </a:r>
            <a:r>
              <a:rPr lang="en-US" sz="1100" dirty="0">
                <a:latin typeface="+mj-lt"/>
              </a:rPr>
              <a:t>. Nam in </a:t>
            </a:r>
            <a:r>
              <a:rPr lang="en-US" sz="1100" dirty="0" err="1">
                <a:latin typeface="+mj-lt"/>
              </a:rPr>
              <a:t>tempor</a:t>
            </a:r>
            <a:r>
              <a:rPr lang="en-US" sz="1100" dirty="0">
                <a:latin typeface="+mj-lt"/>
              </a:rPr>
              <a:t> </a:t>
            </a:r>
            <a:r>
              <a:rPr lang="en-US" sz="1100" dirty="0" err="1">
                <a:latin typeface="+mj-lt"/>
              </a:rPr>
              <a:t>metus</a:t>
            </a:r>
            <a:r>
              <a:rPr lang="en-US" sz="1100" dirty="0">
                <a:latin typeface="+mj-lt"/>
              </a:rPr>
              <a:t>, ac </a:t>
            </a:r>
            <a:r>
              <a:rPr lang="en-US" sz="1100" dirty="0" err="1">
                <a:latin typeface="+mj-lt"/>
              </a:rPr>
              <a:t>finibus</a:t>
            </a:r>
            <a:r>
              <a:rPr lang="en-US" sz="1100" dirty="0">
                <a:latin typeface="+mj-lt"/>
              </a:rPr>
              <a:t> </a:t>
            </a:r>
            <a:r>
              <a:rPr lang="en-US" sz="1100" dirty="0" err="1">
                <a:latin typeface="+mj-lt"/>
              </a:rPr>
              <a:t>purus</a:t>
            </a:r>
            <a:r>
              <a:rPr lang="en-US" sz="1100" dirty="0">
                <a:latin typeface="+mj-lt"/>
              </a:rPr>
              <a:t>. </a:t>
            </a:r>
            <a:r>
              <a:rPr lang="en-US" sz="1100" dirty="0" err="1">
                <a:latin typeface="+mj-lt"/>
              </a:rPr>
              <a:t>Praesent</a:t>
            </a:r>
            <a:r>
              <a:rPr lang="en-US" sz="1100" dirty="0">
                <a:latin typeface="+mj-lt"/>
              </a:rPr>
              <a:t> </a:t>
            </a:r>
            <a:r>
              <a:rPr lang="en-US" sz="1100" dirty="0" err="1">
                <a:latin typeface="+mj-lt"/>
              </a:rPr>
              <a:t>consequat</a:t>
            </a:r>
            <a:r>
              <a:rPr lang="en-US" sz="1100" dirty="0">
                <a:latin typeface="+mj-lt"/>
              </a:rPr>
              <a:t> </a:t>
            </a:r>
            <a:r>
              <a:rPr lang="en-US" sz="1100" dirty="0" err="1">
                <a:latin typeface="+mj-lt"/>
              </a:rPr>
              <a:t>lectus</a:t>
            </a:r>
            <a:r>
              <a:rPr lang="en-US" sz="1100" dirty="0">
                <a:latin typeface="+mj-lt"/>
              </a:rPr>
              <a:t> sit </a:t>
            </a:r>
            <a:r>
              <a:rPr lang="en-US" sz="1100" dirty="0" err="1">
                <a:latin typeface="+mj-lt"/>
              </a:rPr>
              <a:t>amet</a:t>
            </a:r>
            <a:r>
              <a:rPr lang="en-US" sz="1100" dirty="0">
                <a:latin typeface="+mj-lt"/>
              </a:rPr>
              <a:t> </a:t>
            </a:r>
            <a:r>
              <a:rPr lang="en-US" sz="1100" dirty="0" err="1">
                <a:latin typeface="+mj-lt"/>
              </a:rPr>
              <a:t>tortor</a:t>
            </a:r>
            <a:r>
              <a:rPr lang="en-US" sz="1100" dirty="0">
                <a:latin typeface="+mj-lt"/>
              </a:rPr>
              <a:t> pharetra, </a:t>
            </a:r>
            <a:r>
              <a:rPr lang="en-US" sz="1100" dirty="0" err="1">
                <a:latin typeface="+mj-lt"/>
              </a:rPr>
              <a:t>sed</a:t>
            </a:r>
            <a:r>
              <a:rPr lang="en-US" sz="1100" dirty="0">
                <a:latin typeface="+mj-lt"/>
              </a:rPr>
              <a:t> </a:t>
            </a:r>
            <a:r>
              <a:rPr lang="en-US" sz="1100" dirty="0" err="1">
                <a:latin typeface="+mj-lt"/>
              </a:rPr>
              <a:t>venenatis</a:t>
            </a:r>
            <a:r>
              <a:rPr lang="en-US" sz="1100" dirty="0">
                <a:latin typeface="+mj-lt"/>
              </a:rPr>
              <a:t> </a:t>
            </a:r>
            <a:r>
              <a:rPr lang="en-US" sz="1100" dirty="0" err="1">
                <a:latin typeface="+mj-lt"/>
              </a:rPr>
              <a:t>eros</a:t>
            </a:r>
            <a:r>
              <a:rPr lang="en-US" sz="1100" dirty="0">
                <a:latin typeface="+mj-lt"/>
              </a:rPr>
              <a:t> </a:t>
            </a:r>
            <a:r>
              <a:rPr lang="en-US" sz="1100" dirty="0" err="1">
                <a:latin typeface="+mj-lt"/>
              </a:rPr>
              <a:t>lacinia</a:t>
            </a:r>
            <a:r>
              <a:rPr lang="en-US" sz="1100" dirty="0">
                <a:latin typeface="+mj-lt"/>
              </a:rPr>
              <a:t>. In </a:t>
            </a:r>
            <a:r>
              <a:rPr lang="en-US" sz="1100" dirty="0" err="1">
                <a:latin typeface="+mj-lt"/>
              </a:rPr>
              <a:t>sed</a:t>
            </a:r>
            <a:r>
              <a:rPr lang="en-US" sz="1100" dirty="0">
                <a:latin typeface="+mj-lt"/>
              </a:rPr>
              <a:t> </a:t>
            </a:r>
            <a:r>
              <a:rPr lang="en-US" sz="1100" dirty="0" err="1">
                <a:latin typeface="+mj-lt"/>
              </a:rPr>
              <a:t>erat</a:t>
            </a:r>
            <a:r>
              <a:rPr lang="en-US" sz="1100" dirty="0">
                <a:latin typeface="+mj-lt"/>
              </a:rPr>
              <a:t> libero. </a:t>
            </a:r>
            <a:r>
              <a:rPr lang="en-US" sz="1100" dirty="0" err="1">
                <a:latin typeface="+mj-lt"/>
              </a:rPr>
              <a:t>Sed</a:t>
            </a:r>
            <a:r>
              <a:rPr lang="en-US" sz="1100" dirty="0">
                <a:latin typeface="+mj-lt"/>
              </a:rPr>
              <a:t> lorem </a:t>
            </a:r>
            <a:r>
              <a:rPr lang="en-US" sz="1100" dirty="0" err="1">
                <a:latin typeface="+mj-lt"/>
              </a:rPr>
              <a:t>neque</a:t>
            </a:r>
            <a:r>
              <a:rPr lang="en-US" sz="1100" dirty="0">
                <a:latin typeface="+mj-lt"/>
              </a:rPr>
              <a:t>, </a:t>
            </a:r>
            <a:r>
              <a:rPr lang="en-US" sz="1100" dirty="0" err="1">
                <a:latin typeface="+mj-lt"/>
              </a:rPr>
              <a:t>commodo</a:t>
            </a:r>
            <a:r>
              <a:rPr lang="en-US" sz="1100" dirty="0">
                <a:latin typeface="+mj-lt"/>
              </a:rPr>
              <a:t> vitae ex at, pharetra convallis </a:t>
            </a:r>
            <a:r>
              <a:rPr lang="en-US" sz="1100" dirty="0" err="1">
                <a:latin typeface="+mj-lt"/>
              </a:rPr>
              <a:t>nunc</a:t>
            </a:r>
            <a:r>
              <a:rPr lang="en-US" sz="1100" dirty="0">
                <a:latin typeface="+mj-lt"/>
              </a:rPr>
              <a:t>. In </a:t>
            </a:r>
            <a:r>
              <a:rPr lang="en-US" sz="1100" dirty="0" err="1">
                <a:latin typeface="+mj-lt"/>
              </a:rPr>
              <a:t>vehicula</a:t>
            </a:r>
            <a:r>
              <a:rPr lang="en-US" sz="1100" dirty="0">
                <a:latin typeface="+mj-lt"/>
              </a:rPr>
              <a:t> </a:t>
            </a:r>
            <a:r>
              <a:rPr lang="en-US" sz="1100" dirty="0" err="1">
                <a:latin typeface="+mj-lt"/>
              </a:rPr>
              <a:t>mauris</a:t>
            </a:r>
            <a:r>
              <a:rPr lang="en-US" sz="1100" dirty="0">
                <a:latin typeface="+mj-lt"/>
              </a:rPr>
              <a:t> ligula. </a:t>
            </a:r>
            <a:r>
              <a:rPr lang="en-US" sz="1100" dirty="0" err="1">
                <a:latin typeface="+mj-lt"/>
              </a:rPr>
              <a:t>Suspendisse</a:t>
            </a:r>
            <a:r>
              <a:rPr lang="en-US" sz="1100" dirty="0">
                <a:latin typeface="+mj-lt"/>
              </a:rPr>
              <a:t> in </a:t>
            </a:r>
            <a:r>
              <a:rPr lang="en-US" sz="1100" dirty="0" err="1">
                <a:latin typeface="+mj-lt"/>
              </a:rPr>
              <a:t>tellus</a:t>
            </a:r>
            <a:r>
              <a:rPr lang="en-US" sz="1100" dirty="0">
                <a:latin typeface="+mj-lt"/>
              </a:rPr>
              <a:t> </a:t>
            </a:r>
            <a:r>
              <a:rPr lang="en-US" sz="1100" dirty="0" err="1">
                <a:latin typeface="+mj-lt"/>
              </a:rPr>
              <a:t>congue</a:t>
            </a:r>
            <a:r>
              <a:rPr lang="en-US" sz="1100" dirty="0">
                <a:latin typeface="+mj-lt"/>
              </a:rPr>
              <a:t> </a:t>
            </a:r>
            <a:r>
              <a:rPr lang="en-US" sz="1100" dirty="0" err="1">
                <a:latin typeface="+mj-lt"/>
              </a:rPr>
              <a:t>odio</a:t>
            </a:r>
            <a:r>
              <a:rPr lang="en-US" sz="1100" dirty="0">
                <a:latin typeface="+mj-lt"/>
              </a:rPr>
              <a:t> pharetra </a:t>
            </a:r>
            <a:r>
              <a:rPr lang="en-US" sz="1100" dirty="0" err="1">
                <a:latin typeface="+mj-lt"/>
              </a:rPr>
              <a:t>finibus</a:t>
            </a:r>
            <a:r>
              <a:rPr lang="en-US" sz="1100" dirty="0">
                <a:latin typeface="+mj-lt"/>
              </a:rPr>
              <a:t>. Nam </a:t>
            </a:r>
            <a:r>
              <a:rPr lang="en-US" sz="1100" dirty="0" err="1">
                <a:latin typeface="+mj-lt"/>
              </a:rPr>
              <a:t>vel</a:t>
            </a:r>
            <a:r>
              <a:rPr lang="en-US" sz="1100" dirty="0">
                <a:latin typeface="+mj-lt"/>
              </a:rPr>
              <a:t> </a:t>
            </a:r>
            <a:r>
              <a:rPr lang="en-US" sz="1100" dirty="0" err="1">
                <a:latin typeface="+mj-lt"/>
              </a:rPr>
              <a:t>auctor</a:t>
            </a:r>
            <a:r>
              <a:rPr lang="en-US" sz="1100" dirty="0">
                <a:latin typeface="+mj-lt"/>
              </a:rPr>
              <a:t> </a:t>
            </a:r>
            <a:r>
              <a:rPr lang="en-US" sz="1100" dirty="0" err="1">
                <a:latin typeface="+mj-lt"/>
              </a:rPr>
              <a:t>justo</a:t>
            </a:r>
            <a:r>
              <a:rPr lang="en-US" sz="1100" dirty="0">
                <a:latin typeface="+mj-lt"/>
              </a:rPr>
              <a:t>, vitae </a:t>
            </a:r>
            <a:r>
              <a:rPr lang="en-US" sz="1100" dirty="0" err="1">
                <a:latin typeface="+mj-lt"/>
              </a:rPr>
              <a:t>hendrerit</a:t>
            </a:r>
            <a:r>
              <a:rPr lang="en-US" sz="1100" dirty="0">
                <a:latin typeface="+mj-lt"/>
              </a:rPr>
              <a:t> </a:t>
            </a:r>
            <a:r>
              <a:rPr lang="en-US" sz="1100" dirty="0" err="1">
                <a:latin typeface="+mj-lt"/>
              </a:rPr>
              <a:t>orci</a:t>
            </a:r>
            <a:r>
              <a:rPr lang="en-US" sz="1100" dirty="0">
                <a:latin typeface="+mj-lt"/>
              </a:rPr>
              <a:t>. </a:t>
            </a:r>
            <a:r>
              <a:rPr lang="en-US" sz="1100" dirty="0" err="1">
                <a:latin typeface="+mj-lt"/>
              </a:rPr>
              <a:t>Duis</a:t>
            </a:r>
            <a:r>
              <a:rPr lang="en-US" sz="1100" dirty="0">
                <a:latin typeface="+mj-lt"/>
              </a:rPr>
              <a:t> </a:t>
            </a:r>
            <a:r>
              <a:rPr lang="en-US" sz="1100" dirty="0" err="1">
                <a:latin typeface="+mj-lt"/>
              </a:rPr>
              <a:t>nec</a:t>
            </a:r>
            <a:r>
              <a:rPr lang="en-US" sz="1100" dirty="0">
                <a:latin typeface="+mj-lt"/>
              </a:rPr>
              <a:t> </a:t>
            </a:r>
            <a:r>
              <a:rPr lang="en-US" sz="1100" dirty="0" err="1">
                <a:latin typeface="+mj-lt"/>
              </a:rPr>
              <a:t>sapien</a:t>
            </a:r>
            <a:r>
              <a:rPr lang="en-US" sz="1100" dirty="0">
                <a:latin typeface="+mj-lt"/>
              </a:rPr>
              <a:t> </a:t>
            </a:r>
            <a:r>
              <a:rPr lang="en-US" sz="1100" dirty="0" err="1">
                <a:latin typeface="+mj-lt"/>
              </a:rPr>
              <a:t>viverra</a:t>
            </a:r>
            <a:r>
              <a:rPr lang="en-US" sz="1100" dirty="0">
                <a:latin typeface="+mj-lt"/>
              </a:rPr>
              <a:t>, </a:t>
            </a:r>
            <a:r>
              <a:rPr lang="en-US" sz="1100" dirty="0" err="1">
                <a:latin typeface="+mj-lt"/>
              </a:rPr>
              <a:t>bibendum</a:t>
            </a:r>
            <a:r>
              <a:rPr lang="en-US" sz="1100" dirty="0">
                <a:latin typeface="+mj-lt"/>
              </a:rPr>
              <a:t> </a:t>
            </a:r>
            <a:r>
              <a:rPr lang="en-US" sz="1100" dirty="0" err="1">
                <a:latin typeface="+mj-lt"/>
              </a:rPr>
              <a:t>tellus</a:t>
            </a:r>
            <a:r>
              <a:rPr lang="en-US" sz="1100" dirty="0">
                <a:latin typeface="+mj-lt"/>
              </a:rPr>
              <a:t> </a:t>
            </a:r>
            <a:r>
              <a:rPr lang="en-US" sz="1100" dirty="0" err="1">
                <a:latin typeface="+mj-lt"/>
              </a:rPr>
              <a:t>eget</a:t>
            </a:r>
            <a:r>
              <a:rPr lang="en-US" sz="1100" dirty="0">
                <a:latin typeface="+mj-lt"/>
              </a:rPr>
              <a:t>, </a:t>
            </a:r>
            <a:r>
              <a:rPr lang="en-US" sz="1100" dirty="0" err="1">
                <a:latin typeface="+mj-lt"/>
              </a:rPr>
              <a:t>pellentesque</a:t>
            </a:r>
            <a:r>
              <a:rPr lang="en-US" sz="1100" dirty="0">
                <a:latin typeface="+mj-lt"/>
              </a:rPr>
              <a:t> </a:t>
            </a:r>
            <a:r>
              <a:rPr lang="en-US" sz="1100" dirty="0" err="1">
                <a:latin typeface="+mj-lt"/>
              </a:rPr>
              <a:t>massa</a:t>
            </a:r>
            <a:r>
              <a:rPr lang="en-US" sz="1100" dirty="0">
                <a:latin typeface="+mj-lt"/>
              </a:rPr>
              <a:t>. </a:t>
            </a:r>
            <a:r>
              <a:rPr lang="en-US" sz="1100" dirty="0" err="1">
                <a:latin typeface="+mj-lt"/>
              </a:rPr>
              <a:t>Nulla</a:t>
            </a:r>
            <a:r>
              <a:rPr lang="en-US" sz="1100" dirty="0">
                <a:latin typeface="+mj-lt"/>
              </a:rPr>
              <a:t> </a:t>
            </a:r>
            <a:r>
              <a:rPr lang="en-US" sz="1100" dirty="0" err="1">
                <a:latin typeface="+mj-lt"/>
              </a:rPr>
              <a:t>feugiat</a:t>
            </a:r>
            <a:r>
              <a:rPr lang="en-US" sz="1100" dirty="0">
                <a:latin typeface="+mj-lt"/>
              </a:rPr>
              <a:t>, </a:t>
            </a:r>
            <a:r>
              <a:rPr lang="en-US" sz="1100" dirty="0" err="1">
                <a:latin typeface="+mj-lt"/>
              </a:rPr>
              <a:t>turpis</a:t>
            </a:r>
            <a:r>
              <a:rPr lang="en-US" sz="1100" dirty="0">
                <a:latin typeface="+mj-lt"/>
              </a:rPr>
              <a:t> et </a:t>
            </a:r>
            <a:r>
              <a:rPr lang="en-US" sz="1100" dirty="0" err="1">
                <a:latin typeface="+mj-lt"/>
              </a:rPr>
              <a:t>posuere</a:t>
            </a:r>
            <a:r>
              <a:rPr lang="en-US" sz="1100" dirty="0">
                <a:latin typeface="+mj-lt"/>
              </a:rPr>
              <a:t> </a:t>
            </a:r>
            <a:r>
              <a:rPr lang="en-US" sz="1100" dirty="0" err="1">
                <a:latin typeface="+mj-lt"/>
              </a:rPr>
              <a:t>viverra</a:t>
            </a:r>
            <a:r>
              <a:rPr lang="en-US" sz="1100" dirty="0">
                <a:latin typeface="+mj-lt"/>
              </a:rPr>
              <a:t>, ipsum </a:t>
            </a:r>
            <a:r>
              <a:rPr lang="en-US" sz="1100" dirty="0" err="1">
                <a:latin typeface="+mj-lt"/>
              </a:rPr>
              <a:t>sem</a:t>
            </a:r>
            <a:r>
              <a:rPr lang="en-US" sz="1100" dirty="0">
                <a:latin typeface="+mj-lt"/>
              </a:rPr>
              <a:t> </a:t>
            </a:r>
            <a:r>
              <a:rPr lang="en-US" sz="1100" dirty="0" err="1">
                <a:latin typeface="+mj-lt"/>
              </a:rPr>
              <a:t>tincidunt</a:t>
            </a:r>
            <a:r>
              <a:rPr lang="en-US" sz="1100" dirty="0">
                <a:latin typeface="+mj-lt"/>
              </a:rPr>
              <a:t> </a:t>
            </a:r>
            <a:r>
              <a:rPr lang="en-US" sz="1100" dirty="0" err="1">
                <a:latin typeface="+mj-lt"/>
              </a:rPr>
              <a:t>est</a:t>
            </a:r>
            <a:r>
              <a:rPr lang="en-US" sz="1100" dirty="0">
                <a:latin typeface="+mj-lt"/>
              </a:rPr>
              <a:t>, </a:t>
            </a:r>
            <a:r>
              <a:rPr lang="en-US" sz="1100" dirty="0" err="1">
                <a:latin typeface="+mj-lt"/>
              </a:rPr>
              <a:t>finibus</a:t>
            </a:r>
            <a:r>
              <a:rPr lang="en-US" sz="1100" dirty="0">
                <a:latin typeface="+mj-lt"/>
              </a:rPr>
              <a:t> </a:t>
            </a:r>
            <a:r>
              <a:rPr lang="en-US" sz="1100" dirty="0" err="1">
                <a:latin typeface="+mj-lt"/>
              </a:rPr>
              <a:t>tempor</a:t>
            </a:r>
            <a:r>
              <a:rPr lang="en-US" sz="1100" dirty="0">
                <a:latin typeface="+mj-lt"/>
              </a:rPr>
              <a:t> </a:t>
            </a:r>
            <a:r>
              <a:rPr lang="en-US" sz="1100" dirty="0" err="1">
                <a:latin typeface="+mj-lt"/>
              </a:rPr>
              <a:t>nibh</a:t>
            </a:r>
            <a:r>
              <a:rPr lang="en-US" sz="1100" dirty="0">
                <a:latin typeface="+mj-lt"/>
              </a:rPr>
              <a:t> ante semper diam. </a:t>
            </a:r>
            <a:r>
              <a:rPr lang="en-US" sz="1100" dirty="0" err="1">
                <a:latin typeface="+mj-lt"/>
              </a:rPr>
              <a:t>Nullam</a:t>
            </a:r>
            <a:r>
              <a:rPr lang="en-US" sz="1100" dirty="0">
                <a:latin typeface="+mj-lt"/>
              </a:rPr>
              <a:t> </a:t>
            </a:r>
            <a:r>
              <a:rPr lang="en-US" sz="1100" dirty="0" err="1">
                <a:latin typeface="+mj-lt"/>
              </a:rPr>
              <a:t>quis</a:t>
            </a:r>
            <a:r>
              <a:rPr lang="en-US" sz="1100" dirty="0">
                <a:latin typeface="+mj-lt"/>
              </a:rPr>
              <a:t> </a:t>
            </a:r>
            <a:r>
              <a:rPr lang="en-US" sz="1100" dirty="0" err="1">
                <a:latin typeface="+mj-lt"/>
              </a:rPr>
              <a:t>euismod</a:t>
            </a:r>
            <a:r>
              <a:rPr lang="en-US" sz="1100" dirty="0">
                <a:latin typeface="+mj-lt"/>
              </a:rPr>
              <a:t> </a:t>
            </a:r>
            <a:r>
              <a:rPr lang="en-US" sz="1100" dirty="0" err="1">
                <a:latin typeface="+mj-lt"/>
              </a:rPr>
              <a:t>neque</a:t>
            </a:r>
            <a:r>
              <a:rPr lang="en-US" sz="1100" dirty="0">
                <a:latin typeface="+mj-lt"/>
              </a:rPr>
              <a:t>, </a:t>
            </a:r>
            <a:r>
              <a:rPr lang="en-US" sz="1100" dirty="0" err="1">
                <a:latin typeface="+mj-lt"/>
              </a:rPr>
              <a:t>nec</a:t>
            </a:r>
            <a:r>
              <a:rPr lang="en-US" sz="1100" dirty="0">
                <a:latin typeface="+mj-lt"/>
              </a:rPr>
              <a:t> </a:t>
            </a:r>
            <a:r>
              <a:rPr lang="en-US" sz="1100" dirty="0" err="1">
                <a:latin typeface="+mj-lt"/>
              </a:rPr>
              <a:t>facilisis</a:t>
            </a:r>
            <a:r>
              <a:rPr lang="en-US" sz="1100" dirty="0">
                <a:latin typeface="+mj-lt"/>
              </a:rPr>
              <a:t> sem. </a:t>
            </a:r>
            <a:r>
              <a:rPr lang="en-US" sz="1100" dirty="0" err="1">
                <a:latin typeface="+mj-lt"/>
              </a:rPr>
              <a:t>Morbi</a:t>
            </a:r>
            <a:r>
              <a:rPr lang="en-US" sz="1100" dirty="0">
                <a:latin typeface="+mj-lt"/>
              </a:rPr>
              <a:t> </a:t>
            </a:r>
            <a:r>
              <a:rPr lang="en-US" sz="1100" dirty="0" err="1">
                <a:latin typeface="+mj-lt"/>
              </a:rPr>
              <a:t>egestas</a:t>
            </a:r>
            <a:r>
              <a:rPr lang="en-US" sz="1100" dirty="0">
                <a:latin typeface="+mj-lt"/>
              </a:rPr>
              <a:t> </a:t>
            </a:r>
            <a:r>
              <a:rPr lang="en-US" sz="1100" dirty="0" err="1">
                <a:latin typeface="+mj-lt"/>
              </a:rPr>
              <a:t>iaculis</a:t>
            </a:r>
            <a:r>
              <a:rPr lang="en-US" sz="1100" dirty="0">
                <a:latin typeface="+mj-lt"/>
              </a:rPr>
              <a:t> </a:t>
            </a:r>
            <a:r>
              <a:rPr lang="en-US" sz="1100" dirty="0" err="1">
                <a:latin typeface="+mj-lt"/>
              </a:rPr>
              <a:t>dignissim</a:t>
            </a:r>
            <a:r>
              <a:rPr lang="en-US" sz="1100" dirty="0">
                <a:latin typeface="+mj-lt"/>
              </a:rPr>
              <a:t>. In </a:t>
            </a:r>
            <a:r>
              <a:rPr lang="en-US" sz="1100" dirty="0" err="1">
                <a:latin typeface="+mj-lt"/>
              </a:rPr>
              <a:t>accumsan</a:t>
            </a:r>
            <a:r>
              <a:rPr lang="en-US" sz="1100" dirty="0">
                <a:latin typeface="+mj-lt"/>
              </a:rPr>
              <a:t> </a:t>
            </a:r>
            <a:r>
              <a:rPr lang="en-US" sz="1100" dirty="0" err="1">
                <a:latin typeface="+mj-lt"/>
              </a:rPr>
              <a:t>tortor</a:t>
            </a:r>
            <a:r>
              <a:rPr lang="en-US" sz="1100" dirty="0">
                <a:latin typeface="+mj-lt"/>
              </a:rPr>
              <a:t> </a:t>
            </a:r>
            <a:r>
              <a:rPr lang="en-US" sz="1100" dirty="0" err="1">
                <a:latin typeface="+mj-lt"/>
              </a:rPr>
              <a:t>elit</a:t>
            </a:r>
            <a:r>
              <a:rPr lang="en-US" sz="1100" dirty="0">
                <a:latin typeface="+mj-lt"/>
              </a:rPr>
              <a:t>, non </a:t>
            </a:r>
            <a:r>
              <a:rPr lang="en-US" sz="1100" dirty="0" err="1">
                <a:latin typeface="+mj-lt"/>
              </a:rPr>
              <a:t>euismod</a:t>
            </a:r>
            <a:r>
              <a:rPr lang="en-US" sz="1100" dirty="0">
                <a:latin typeface="+mj-lt"/>
              </a:rPr>
              <a:t> </a:t>
            </a:r>
            <a:r>
              <a:rPr lang="en-US" sz="1100" dirty="0" err="1">
                <a:latin typeface="+mj-lt"/>
              </a:rPr>
              <a:t>eros</a:t>
            </a:r>
            <a:r>
              <a:rPr lang="en-US" sz="1100" dirty="0">
                <a:latin typeface="+mj-lt"/>
              </a:rPr>
              <a:t> </a:t>
            </a:r>
            <a:r>
              <a:rPr lang="en-US" sz="1100" dirty="0" err="1">
                <a:latin typeface="+mj-lt"/>
              </a:rPr>
              <a:t>accumsan</a:t>
            </a:r>
            <a:r>
              <a:rPr lang="en-US" sz="1100" dirty="0">
                <a:latin typeface="+mj-lt"/>
              </a:rPr>
              <a:t> ac. </a:t>
            </a:r>
            <a:r>
              <a:rPr lang="en-US" sz="1100" dirty="0" err="1">
                <a:latin typeface="+mj-lt"/>
              </a:rPr>
              <a:t>Sed</a:t>
            </a:r>
            <a:r>
              <a:rPr lang="en-US" sz="1100" dirty="0">
                <a:latin typeface="+mj-lt"/>
              </a:rPr>
              <a:t> </a:t>
            </a:r>
            <a:r>
              <a:rPr lang="en-US" sz="1100" dirty="0" err="1">
                <a:latin typeface="+mj-lt"/>
              </a:rPr>
              <a:t>ultrices</a:t>
            </a:r>
            <a:r>
              <a:rPr lang="en-US" sz="1100" dirty="0">
                <a:latin typeface="+mj-lt"/>
              </a:rPr>
              <a:t> mi lorem, </a:t>
            </a:r>
            <a:r>
              <a:rPr lang="en-US" sz="1100" dirty="0" err="1">
                <a:latin typeface="+mj-lt"/>
              </a:rPr>
              <a:t>ut</a:t>
            </a:r>
            <a:r>
              <a:rPr lang="en-US" sz="1100" dirty="0">
                <a:latin typeface="+mj-lt"/>
              </a:rPr>
              <a:t> </a:t>
            </a:r>
            <a:r>
              <a:rPr lang="en-US" sz="1100" dirty="0" err="1">
                <a:latin typeface="+mj-lt"/>
              </a:rPr>
              <a:t>dignissim</a:t>
            </a:r>
            <a:r>
              <a:rPr lang="en-US" sz="1100" dirty="0">
                <a:latin typeface="+mj-lt"/>
              </a:rPr>
              <a:t> </a:t>
            </a:r>
            <a:r>
              <a:rPr lang="en-US" sz="1100" dirty="0" err="1">
                <a:latin typeface="+mj-lt"/>
              </a:rPr>
              <a:t>nibh</a:t>
            </a:r>
            <a:r>
              <a:rPr lang="en-US" sz="1100" dirty="0">
                <a:latin typeface="+mj-lt"/>
              </a:rPr>
              <a:t> </a:t>
            </a:r>
            <a:r>
              <a:rPr lang="en-US" sz="1100" dirty="0" err="1">
                <a:latin typeface="+mj-lt"/>
              </a:rPr>
              <a:t>facilisis</a:t>
            </a:r>
            <a:r>
              <a:rPr lang="en-US" sz="1100" dirty="0">
                <a:latin typeface="+mj-lt"/>
              </a:rPr>
              <a:t> vel.</a:t>
            </a:r>
          </a:p>
        </p:txBody>
      </p:sp>
      <p:cxnSp>
        <p:nvCxnSpPr>
          <p:cNvPr id="4" name="Straight Connector 3"/>
          <p:cNvCxnSpPr/>
          <p:nvPr/>
        </p:nvCxnSpPr>
        <p:spPr>
          <a:xfrm>
            <a:off x="392546" y="955249"/>
            <a:ext cx="1140690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5" name="Slide Number Placeholder 1"/>
          <p:cNvSpPr>
            <a:spLocks noGrp="1"/>
          </p:cNvSpPr>
          <p:nvPr>
            <p:ph type="sldNum" sz="quarter" idx="4"/>
          </p:nvPr>
        </p:nvSpPr>
        <p:spPr>
          <a:xfrm>
            <a:off x="9884588" y="6435520"/>
            <a:ext cx="1831163" cy="422483"/>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6574547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476252" y="1439334"/>
            <a:ext cx="5314949" cy="4529667"/>
          </a:xfrm>
        </p:spPr>
        <p:txBody>
          <a:bodyPr/>
          <a:lstStyle>
            <a:lvl1pPr marL="171450" indent="-171450">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p:txBody>
      </p:sp>
      <p:sp>
        <p:nvSpPr>
          <p:cNvPr id="4" name="Content Placeholder 5"/>
          <p:cNvSpPr>
            <a:spLocks noGrp="1"/>
          </p:cNvSpPr>
          <p:nvPr>
            <p:ph sz="quarter" idx="11" hasCustomPrompt="1"/>
          </p:nvPr>
        </p:nvSpPr>
        <p:spPr>
          <a:xfrm>
            <a:off x="6400802" y="1439334"/>
            <a:ext cx="5314951" cy="4529667"/>
          </a:xfrm>
        </p:spPr>
        <p:txBody>
          <a:bodyPr/>
          <a:lstStyle>
            <a:lvl1pPr marL="171450" indent="-171450">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p:txBody>
      </p:sp>
      <p:cxnSp>
        <p:nvCxnSpPr>
          <p:cNvPr id="5" name="Straight Connector 4"/>
          <p:cNvCxnSpPr/>
          <p:nvPr/>
        </p:nvCxnSpPr>
        <p:spPr>
          <a:xfrm>
            <a:off x="392546" y="955249"/>
            <a:ext cx="1140690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9884588" y="6435520"/>
            <a:ext cx="1831163" cy="422483"/>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245872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Highl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3" name="Content Placeholder 5"/>
          <p:cNvSpPr>
            <a:spLocks noGrp="1"/>
          </p:cNvSpPr>
          <p:nvPr>
            <p:ph sz="quarter" idx="10" hasCustomPrompt="1"/>
          </p:nvPr>
        </p:nvSpPr>
        <p:spPr>
          <a:xfrm>
            <a:off x="476253" y="1896534"/>
            <a:ext cx="11239500" cy="4072467"/>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dirty="0">
                <a:latin typeface="+mj-lt"/>
              </a:rPr>
              <a:t>In </a:t>
            </a:r>
            <a:r>
              <a:rPr lang="en-US" sz="1100" dirty="0" err="1">
                <a:latin typeface="+mj-lt"/>
              </a:rPr>
              <a:t>egestas</a:t>
            </a:r>
            <a:r>
              <a:rPr lang="en-US" sz="1100" dirty="0">
                <a:latin typeface="+mj-lt"/>
              </a:rPr>
              <a:t> </a:t>
            </a:r>
            <a:r>
              <a:rPr lang="en-US" sz="1100" dirty="0" err="1">
                <a:latin typeface="+mj-lt"/>
              </a:rPr>
              <a:t>orci</a:t>
            </a:r>
            <a:r>
              <a:rPr lang="en-US" sz="1100" dirty="0">
                <a:latin typeface="+mj-lt"/>
              </a:rPr>
              <a:t> </a:t>
            </a:r>
            <a:r>
              <a:rPr lang="en-US" sz="1100" dirty="0" err="1">
                <a:latin typeface="+mj-lt"/>
              </a:rPr>
              <a:t>eu</a:t>
            </a:r>
            <a:r>
              <a:rPr lang="en-US" sz="1100" dirty="0">
                <a:latin typeface="+mj-lt"/>
              </a:rPr>
              <a:t> </a:t>
            </a:r>
            <a:r>
              <a:rPr lang="en-US" sz="1100" dirty="0" err="1">
                <a:latin typeface="+mj-lt"/>
              </a:rPr>
              <a:t>lacinia</a:t>
            </a:r>
            <a:r>
              <a:rPr lang="en-US" sz="1100" dirty="0">
                <a:latin typeface="+mj-lt"/>
              </a:rPr>
              <a:t> </a:t>
            </a:r>
            <a:r>
              <a:rPr lang="en-US" sz="1100" dirty="0" err="1">
                <a:latin typeface="+mj-lt"/>
              </a:rPr>
              <a:t>consectetur</a:t>
            </a:r>
            <a:r>
              <a:rPr lang="en-US" sz="1100" dirty="0">
                <a:latin typeface="+mj-lt"/>
              </a:rPr>
              <a:t>. In dolor ipsum, gravida et </a:t>
            </a:r>
            <a:r>
              <a:rPr lang="en-US" sz="1100" dirty="0" err="1">
                <a:latin typeface="+mj-lt"/>
              </a:rPr>
              <a:t>sagittis</a:t>
            </a:r>
            <a:r>
              <a:rPr lang="en-US" sz="1100" dirty="0">
                <a:latin typeface="+mj-lt"/>
              </a:rPr>
              <a:t> id, </a:t>
            </a:r>
            <a:r>
              <a:rPr lang="en-US" sz="1100" dirty="0" err="1">
                <a:latin typeface="+mj-lt"/>
              </a:rPr>
              <a:t>sollicitudin</a:t>
            </a:r>
            <a:r>
              <a:rPr lang="en-US" sz="1100" dirty="0">
                <a:latin typeface="+mj-lt"/>
              </a:rPr>
              <a:t> </a:t>
            </a:r>
            <a:r>
              <a:rPr lang="en-US" sz="1100" dirty="0" err="1">
                <a:latin typeface="+mj-lt"/>
              </a:rPr>
              <a:t>ut</a:t>
            </a:r>
            <a:r>
              <a:rPr lang="en-US" sz="1100" dirty="0">
                <a:latin typeface="+mj-lt"/>
              </a:rPr>
              <a:t> </a:t>
            </a:r>
            <a:r>
              <a:rPr lang="en-US" sz="1100" dirty="0" err="1">
                <a:latin typeface="+mj-lt"/>
              </a:rPr>
              <a:t>nisl</a:t>
            </a:r>
            <a:r>
              <a:rPr lang="en-US" sz="1100" dirty="0">
                <a:latin typeface="+mj-lt"/>
              </a:rPr>
              <a:t>. </a:t>
            </a:r>
            <a:r>
              <a:rPr lang="en-US" sz="1100" dirty="0" err="1">
                <a:latin typeface="+mj-lt"/>
              </a:rPr>
              <a:t>Praesent</a:t>
            </a:r>
            <a:r>
              <a:rPr lang="en-US" sz="1100" dirty="0">
                <a:latin typeface="+mj-lt"/>
              </a:rPr>
              <a:t> </a:t>
            </a:r>
            <a:r>
              <a:rPr lang="en-US" sz="1100" dirty="0" err="1">
                <a:latin typeface="+mj-lt"/>
              </a:rPr>
              <a:t>bibendum</a:t>
            </a:r>
            <a:r>
              <a:rPr lang="en-US" sz="1100" dirty="0">
                <a:latin typeface="+mj-lt"/>
              </a:rPr>
              <a:t> tempus </a:t>
            </a:r>
            <a:r>
              <a:rPr lang="en-US" sz="1100" dirty="0" err="1">
                <a:latin typeface="+mj-lt"/>
              </a:rPr>
              <a:t>tellus</a:t>
            </a:r>
            <a:r>
              <a:rPr lang="en-US" sz="1100" dirty="0">
                <a:latin typeface="+mj-lt"/>
              </a:rPr>
              <a:t> </a:t>
            </a:r>
            <a:r>
              <a:rPr lang="en-US" sz="1100" dirty="0" err="1">
                <a:latin typeface="+mj-lt"/>
              </a:rPr>
              <a:t>nec</a:t>
            </a:r>
            <a:r>
              <a:rPr lang="en-US" sz="1100" dirty="0">
                <a:latin typeface="+mj-lt"/>
              </a:rPr>
              <a:t> </a:t>
            </a:r>
            <a:r>
              <a:rPr lang="en-US" sz="1100" dirty="0" err="1">
                <a:latin typeface="+mj-lt"/>
              </a:rPr>
              <a:t>hendrerit</a:t>
            </a:r>
            <a:r>
              <a:rPr lang="en-US" sz="1100" dirty="0">
                <a:latin typeface="+mj-lt"/>
              </a:rPr>
              <a:t>. Nam in </a:t>
            </a:r>
            <a:r>
              <a:rPr lang="en-US" sz="1100" dirty="0" err="1">
                <a:latin typeface="+mj-lt"/>
              </a:rPr>
              <a:t>tempor</a:t>
            </a:r>
            <a:r>
              <a:rPr lang="en-US" sz="1100" dirty="0">
                <a:latin typeface="+mj-lt"/>
              </a:rPr>
              <a:t> </a:t>
            </a:r>
            <a:r>
              <a:rPr lang="en-US" sz="1100" dirty="0" err="1">
                <a:latin typeface="+mj-lt"/>
              </a:rPr>
              <a:t>metus</a:t>
            </a:r>
            <a:r>
              <a:rPr lang="en-US" sz="1100" dirty="0">
                <a:latin typeface="+mj-lt"/>
              </a:rPr>
              <a:t>, ac </a:t>
            </a:r>
            <a:r>
              <a:rPr lang="en-US" sz="1100" dirty="0" err="1">
                <a:latin typeface="+mj-lt"/>
              </a:rPr>
              <a:t>finibus</a:t>
            </a:r>
            <a:r>
              <a:rPr lang="en-US" sz="1100" dirty="0">
                <a:latin typeface="+mj-lt"/>
              </a:rPr>
              <a:t> </a:t>
            </a:r>
            <a:r>
              <a:rPr lang="en-US" sz="1100" dirty="0" err="1">
                <a:latin typeface="+mj-lt"/>
              </a:rPr>
              <a:t>purus</a:t>
            </a:r>
            <a:r>
              <a:rPr lang="en-US" sz="1100" dirty="0">
                <a:latin typeface="+mj-lt"/>
              </a:rPr>
              <a:t>. </a:t>
            </a:r>
            <a:r>
              <a:rPr lang="en-US" sz="1100" dirty="0" err="1">
                <a:latin typeface="+mj-lt"/>
              </a:rPr>
              <a:t>Praesent</a:t>
            </a:r>
            <a:r>
              <a:rPr lang="en-US" sz="1100" dirty="0">
                <a:latin typeface="+mj-lt"/>
              </a:rPr>
              <a:t> </a:t>
            </a:r>
            <a:r>
              <a:rPr lang="en-US" sz="1100" dirty="0" err="1">
                <a:latin typeface="+mj-lt"/>
              </a:rPr>
              <a:t>consequat</a:t>
            </a:r>
            <a:r>
              <a:rPr lang="en-US" sz="1100" dirty="0">
                <a:latin typeface="+mj-lt"/>
              </a:rPr>
              <a:t> </a:t>
            </a:r>
            <a:r>
              <a:rPr lang="en-US" sz="1100" dirty="0" err="1">
                <a:latin typeface="+mj-lt"/>
              </a:rPr>
              <a:t>lectus</a:t>
            </a:r>
            <a:r>
              <a:rPr lang="en-US" sz="1100" dirty="0">
                <a:latin typeface="+mj-lt"/>
              </a:rPr>
              <a:t> sit </a:t>
            </a:r>
            <a:r>
              <a:rPr lang="en-US" sz="1100" dirty="0" err="1">
                <a:latin typeface="+mj-lt"/>
              </a:rPr>
              <a:t>amet</a:t>
            </a:r>
            <a:r>
              <a:rPr lang="en-US" sz="1100" dirty="0">
                <a:latin typeface="+mj-lt"/>
              </a:rPr>
              <a:t> </a:t>
            </a:r>
            <a:r>
              <a:rPr lang="en-US" sz="1100" dirty="0" err="1">
                <a:latin typeface="+mj-lt"/>
              </a:rPr>
              <a:t>tortor</a:t>
            </a:r>
            <a:r>
              <a:rPr lang="en-US" sz="1100" dirty="0">
                <a:latin typeface="+mj-lt"/>
              </a:rPr>
              <a:t> pharetra, </a:t>
            </a:r>
            <a:r>
              <a:rPr lang="en-US" sz="1100" dirty="0" err="1">
                <a:latin typeface="+mj-lt"/>
              </a:rPr>
              <a:t>sed</a:t>
            </a:r>
            <a:r>
              <a:rPr lang="en-US" sz="1100" dirty="0">
                <a:latin typeface="+mj-lt"/>
              </a:rPr>
              <a:t> </a:t>
            </a:r>
            <a:r>
              <a:rPr lang="en-US" sz="1100" dirty="0" err="1">
                <a:latin typeface="+mj-lt"/>
              </a:rPr>
              <a:t>venenatis</a:t>
            </a:r>
            <a:r>
              <a:rPr lang="en-US" sz="1100" dirty="0">
                <a:latin typeface="+mj-lt"/>
              </a:rPr>
              <a:t> </a:t>
            </a:r>
            <a:r>
              <a:rPr lang="en-US" sz="1100" dirty="0" err="1">
                <a:latin typeface="+mj-lt"/>
              </a:rPr>
              <a:t>eros</a:t>
            </a:r>
            <a:r>
              <a:rPr lang="en-US" sz="1100" dirty="0">
                <a:latin typeface="+mj-lt"/>
              </a:rPr>
              <a:t> </a:t>
            </a:r>
            <a:r>
              <a:rPr lang="en-US" sz="1100" dirty="0" err="1">
                <a:latin typeface="+mj-lt"/>
              </a:rPr>
              <a:t>lacinia</a:t>
            </a:r>
            <a:r>
              <a:rPr lang="en-US" sz="1100" dirty="0">
                <a:latin typeface="+mj-lt"/>
              </a:rPr>
              <a:t>. In </a:t>
            </a:r>
            <a:r>
              <a:rPr lang="en-US" sz="1100" dirty="0" err="1">
                <a:latin typeface="+mj-lt"/>
              </a:rPr>
              <a:t>sed</a:t>
            </a:r>
            <a:r>
              <a:rPr lang="en-US" sz="1100" dirty="0">
                <a:latin typeface="+mj-lt"/>
              </a:rPr>
              <a:t> </a:t>
            </a:r>
            <a:r>
              <a:rPr lang="en-US" sz="1100" dirty="0" err="1">
                <a:latin typeface="+mj-lt"/>
              </a:rPr>
              <a:t>erat</a:t>
            </a:r>
            <a:r>
              <a:rPr lang="en-US" sz="1100" dirty="0">
                <a:latin typeface="+mj-lt"/>
              </a:rPr>
              <a:t> libero. </a:t>
            </a:r>
            <a:r>
              <a:rPr lang="en-US" sz="1100" dirty="0" err="1">
                <a:latin typeface="+mj-lt"/>
              </a:rPr>
              <a:t>Sed</a:t>
            </a:r>
            <a:r>
              <a:rPr lang="en-US" sz="1100" dirty="0">
                <a:latin typeface="+mj-lt"/>
              </a:rPr>
              <a:t> lorem </a:t>
            </a:r>
            <a:r>
              <a:rPr lang="en-US" sz="1100" dirty="0" err="1">
                <a:latin typeface="+mj-lt"/>
              </a:rPr>
              <a:t>neque</a:t>
            </a:r>
            <a:r>
              <a:rPr lang="en-US" sz="1100" dirty="0">
                <a:latin typeface="+mj-lt"/>
              </a:rPr>
              <a:t>, </a:t>
            </a:r>
            <a:r>
              <a:rPr lang="en-US" sz="1100" dirty="0" err="1">
                <a:latin typeface="+mj-lt"/>
              </a:rPr>
              <a:t>commodo</a:t>
            </a:r>
            <a:r>
              <a:rPr lang="en-US" sz="1100" dirty="0">
                <a:latin typeface="+mj-lt"/>
              </a:rPr>
              <a:t> vitae ex at, pharetra convallis </a:t>
            </a:r>
            <a:r>
              <a:rPr lang="en-US" sz="1100" dirty="0" err="1">
                <a:latin typeface="+mj-lt"/>
              </a:rPr>
              <a:t>nunc</a:t>
            </a:r>
            <a:r>
              <a:rPr lang="en-US" sz="1100" dirty="0">
                <a:latin typeface="+mj-lt"/>
              </a:rPr>
              <a:t>. In </a:t>
            </a:r>
            <a:r>
              <a:rPr lang="en-US" sz="1100" dirty="0" err="1">
                <a:latin typeface="+mj-lt"/>
              </a:rPr>
              <a:t>vehicula</a:t>
            </a:r>
            <a:r>
              <a:rPr lang="en-US" sz="1100" dirty="0">
                <a:latin typeface="+mj-lt"/>
              </a:rPr>
              <a:t> </a:t>
            </a:r>
            <a:r>
              <a:rPr lang="en-US" sz="1100" dirty="0" err="1">
                <a:latin typeface="+mj-lt"/>
              </a:rPr>
              <a:t>mauris</a:t>
            </a:r>
            <a:r>
              <a:rPr lang="en-US" sz="1100" dirty="0">
                <a:latin typeface="+mj-lt"/>
              </a:rPr>
              <a:t> ligula. </a:t>
            </a:r>
            <a:r>
              <a:rPr lang="en-US" sz="1100" dirty="0" err="1">
                <a:latin typeface="+mj-lt"/>
              </a:rPr>
              <a:t>Suspendisse</a:t>
            </a:r>
            <a:r>
              <a:rPr lang="en-US" sz="1100" dirty="0">
                <a:latin typeface="+mj-lt"/>
              </a:rPr>
              <a:t> in </a:t>
            </a:r>
            <a:r>
              <a:rPr lang="en-US" sz="1100" dirty="0" err="1">
                <a:latin typeface="+mj-lt"/>
              </a:rPr>
              <a:t>tellus</a:t>
            </a:r>
            <a:r>
              <a:rPr lang="en-US" sz="1100" dirty="0">
                <a:latin typeface="+mj-lt"/>
              </a:rPr>
              <a:t> </a:t>
            </a:r>
            <a:r>
              <a:rPr lang="en-US" sz="1100" dirty="0" err="1">
                <a:latin typeface="+mj-lt"/>
              </a:rPr>
              <a:t>congue</a:t>
            </a:r>
            <a:r>
              <a:rPr lang="en-US" sz="1100" dirty="0">
                <a:latin typeface="+mj-lt"/>
              </a:rPr>
              <a:t> </a:t>
            </a:r>
            <a:r>
              <a:rPr lang="en-US" sz="1100" dirty="0" err="1">
                <a:latin typeface="+mj-lt"/>
              </a:rPr>
              <a:t>odio</a:t>
            </a:r>
            <a:r>
              <a:rPr lang="en-US" sz="1100" dirty="0">
                <a:latin typeface="+mj-lt"/>
              </a:rPr>
              <a:t> pharetra </a:t>
            </a:r>
            <a:r>
              <a:rPr lang="en-US" sz="1100" dirty="0" err="1">
                <a:latin typeface="+mj-lt"/>
              </a:rPr>
              <a:t>finibus</a:t>
            </a:r>
            <a:r>
              <a:rPr lang="en-US" sz="1100" dirty="0">
                <a:latin typeface="+mj-lt"/>
              </a:rPr>
              <a:t>. Nam </a:t>
            </a:r>
            <a:r>
              <a:rPr lang="en-US" sz="1100" dirty="0" err="1">
                <a:latin typeface="+mj-lt"/>
              </a:rPr>
              <a:t>vel</a:t>
            </a:r>
            <a:r>
              <a:rPr lang="en-US" sz="1100" dirty="0">
                <a:latin typeface="+mj-lt"/>
              </a:rPr>
              <a:t> </a:t>
            </a:r>
            <a:r>
              <a:rPr lang="en-US" sz="1100" dirty="0" err="1">
                <a:latin typeface="+mj-lt"/>
              </a:rPr>
              <a:t>auctor</a:t>
            </a:r>
            <a:r>
              <a:rPr lang="en-US" sz="1100" dirty="0">
                <a:latin typeface="+mj-lt"/>
              </a:rPr>
              <a:t> </a:t>
            </a:r>
            <a:r>
              <a:rPr lang="en-US" sz="1100" dirty="0" err="1">
                <a:latin typeface="+mj-lt"/>
              </a:rPr>
              <a:t>justo</a:t>
            </a:r>
            <a:r>
              <a:rPr lang="en-US" sz="1100" dirty="0">
                <a:latin typeface="+mj-lt"/>
              </a:rPr>
              <a:t>, vitae </a:t>
            </a:r>
            <a:r>
              <a:rPr lang="en-US" sz="1100" dirty="0" err="1">
                <a:latin typeface="+mj-lt"/>
              </a:rPr>
              <a:t>hendrerit</a:t>
            </a:r>
            <a:r>
              <a:rPr lang="en-US" sz="1100" dirty="0">
                <a:latin typeface="+mj-lt"/>
              </a:rPr>
              <a:t> </a:t>
            </a:r>
            <a:r>
              <a:rPr lang="en-US" sz="1100" dirty="0" err="1">
                <a:latin typeface="+mj-lt"/>
              </a:rPr>
              <a:t>orci</a:t>
            </a:r>
            <a:r>
              <a:rPr lang="en-US" sz="1100" dirty="0">
                <a:latin typeface="+mj-lt"/>
              </a:rPr>
              <a:t>. </a:t>
            </a:r>
            <a:r>
              <a:rPr lang="en-US" sz="1100" dirty="0" err="1">
                <a:latin typeface="+mj-lt"/>
              </a:rPr>
              <a:t>Duis</a:t>
            </a:r>
            <a:r>
              <a:rPr lang="en-US" sz="1100" dirty="0">
                <a:latin typeface="+mj-lt"/>
              </a:rPr>
              <a:t> </a:t>
            </a:r>
            <a:r>
              <a:rPr lang="en-US" sz="1100" dirty="0" err="1">
                <a:latin typeface="+mj-lt"/>
              </a:rPr>
              <a:t>nec</a:t>
            </a:r>
            <a:r>
              <a:rPr lang="en-US" sz="1100" dirty="0">
                <a:latin typeface="+mj-lt"/>
              </a:rPr>
              <a:t> </a:t>
            </a:r>
            <a:r>
              <a:rPr lang="en-US" sz="1100" dirty="0" err="1">
                <a:latin typeface="+mj-lt"/>
              </a:rPr>
              <a:t>sapien</a:t>
            </a:r>
            <a:r>
              <a:rPr lang="en-US" sz="1100" dirty="0">
                <a:latin typeface="+mj-lt"/>
              </a:rPr>
              <a:t> </a:t>
            </a:r>
            <a:r>
              <a:rPr lang="en-US" sz="1100" dirty="0" err="1">
                <a:latin typeface="+mj-lt"/>
              </a:rPr>
              <a:t>viverra</a:t>
            </a:r>
            <a:r>
              <a:rPr lang="en-US" sz="1100" dirty="0">
                <a:latin typeface="+mj-lt"/>
              </a:rPr>
              <a:t>, </a:t>
            </a:r>
            <a:r>
              <a:rPr lang="en-US" sz="1100" dirty="0" err="1">
                <a:latin typeface="+mj-lt"/>
              </a:rPr>
              <a:t>bibendum</a:t>
            </a:r>
            <a:r>
              <a:rPr lang="en-US" sz="1100" dirty="0">
                <a:latin typeface="+mj-lt"/>
              </a:rPr>
              <a:t> </a:t>
            </a:r>
            <a:r>
              <a:rPr lang="en-US" sz="1100" dirty="0" err="1">
                <a:latin typeface="+mj-lt"/>
              </a:rPr>
              <a:t>tellus</a:t>
            </a:r>
            <a:r>
              <a:rPr lang="en-US" sz="1100" dirty="0">
                <a:latin typeface="+mj-lt"/>
              </a:rPr>
              <a:t> </a:t>
            </a:r>
            <a:r>
              <a:rPr lang="en-US" sz="1100" dirty="0" err="1">
                <a:latin typeface="+mj-lt"/>
              </a:rPr>
              <a:t>eget</a:t>
            </a:r>
            <a:r>
              <a:rPr lang="en-US" sz="1100" dirty="0">
                <a:latin typeface="+mj-lt"/>
              </a:rPr>
              <a:t>, </a:t>
            </a:r>
            <a:r>
              <a:rPr lang="en-US" sz="1100" dirty="0" err="1">
                <a:latin typeface="+mj-lt"/>
              </a:rPr>
              <a:t>pellentesque</a:t>
            </a:r>
            <a:r>
              <a:rPr lang="en-US" sz="1100" dirty="0">
                <a:latin typeface="+mj-lt"/>
              </a:rPr>
              <a:t> </a:t>
            </a:r>
            <a:r>
              <a:rPr lang="en-US" sz="1100" dirty="0" err="1">
                <a:latin typeface="+mj-lt"/>
              </a:rPr>
              <a:t>massa</a:t>
            </a:r>
            <a:r>
              <a:rPr lang="en-US" sz="1100" dirty="0">
                <a:latin typeface="+mj-lt"/>
              </a:rPr>
              <a:t>. </a:t>
            </a:r>
            <a:r>
              <a:rPr lang="en-US" sz="1100" dirty="0" err="1">
                <a:latin typeface="+mj-lt"/>
              </a:rPr>
              <a:t>Nulla</a:t>
            </a:r>
            <a:r>
              <a:rPr lang="en-US" sz="1100" dirty="0">
                <a:latin typeface="+mj-lt"/>
              </a:rPr>
              <a:t> </a:t>
            </a:r>
            <a:r>
              <a:rPr lang="en-US" sz="1100" dirty="0" err="1">
                <a:latin typeface="+mj-lt"/>
              </a:rPr>
              <a:t>feugiat</a:t>
            </a:r>
            <a:r>
              <a:rPr lang="en-US" sz="1100" dirty="0">
                <a:latin typeface="+mj-lt"/>
              </a:rPr>
              <a:t>, </a:t>
            </a:r>
            <a:r>
              <a:rPr lang="en-US" sz="1100" dirty="0" err="1">
                <a:latin typeface="+mj-lt"/>
              </a:rPr>
              <a:t>turpis</a:t>
            </a:r>
            <a:r>
              <a:rPr lang="en-US" sz="1100" dirty="0">
                <a:latin typeface="+mj-lt"/>
              </a:rPr>
              <a:t> et </a:t>
            </a:r>
            <a:r>
              <a:rPr lang="en-US" sz="1100" dirty="0" err="1">
                <a:latin typeface="+mj-lt"/>
              </a:rPr>
              <a:t>posuere</a:t>
            </a:r>
            <a:r>
              <a:rPr lang="en-US" sz="1100" dirty="0">
                <a:latin typeface="+mj-lt"/>
              </a:rPr>
              <a:t> </a:t>
            </a:r>
            <a:r>
              <a:rPr lang="en-US" sz="1100" dirty="0" err="1">
                <a:latin typeface="+mj-lt"/>
              </a:rPr>
              <a:t>viverra</a:t>
            </a:r>
            <a:r>
              <a:rPr lang="en-US" sz="1100" dirty="0">
                <a:latin typeface="+mj-lt"/>
              </a:rPr>
              <a:t>, ipsum </a:t>
            </a:r>
            <a:r>
              <a:rPr lang="en-US" sz="1100" dirty="0" err="1">
                <a:latin typeface="+mj-lt"/>
              </a:rPr>
              <a:t>sem</a:t>
            </a:r>
            <a:r>
              <a:rPr lang="en-US" sz="1100" dirty="0">
                <a:latin typeface="+mj-lt"/>
              </a:rPr>
              <a:t> </a:t>
            </a:r>
            <a:r>
              <a:rPr lang="en-US" sz="1100" dirty="0" err="1">
                <a:latin typeface="+mj-lt"/>
              </a:rPr>
              <a:t>tincidunt</a:t>
            </a:r>
            <a:r>
              <a:rPr lang="en-US" sz="1100" dirty="0">
                <a:latin typeface="+mj-lt"/>
              </a:rPr>
              <a:t> </a:t>
            </a:r>
            <a:r>
              <a:rPr lang="en-US" sz="1100" dirty="0" err="1">
                <a:latin typeface="+mj-lt"/>
              </a:rPr>
              <a:t>est</a:t>
            </a:r>
            <a:r>
              <a:rPr lang="en-US" sz="1100" dirty="0">
                <a:latin typeface="+mj-lt"/>
              </a:rPr>
              <a:t>, </a:t>
            </a:r>
            <a:r>
              <a:rPr lang="en-US" sz="1100" dirty="0" err="1">
                <a:latin typeface="+mj-lt"/>
              </a:rPr>
              <a:t>finibus</a:t>
            </a:r>
            <a:r>
              <a:rPr lang="en-US" sz="1100" dirty="0">
                <a:latin typeface="+mj-lt"/>
              </a:rPr>
              <a:t> </a:t>
            </a:r>
            <a:r>
              <a:rPr lang="en-US" sz="1100" dirty="0" err="1">
                <a:latin typeface="+mj-lt"/>
              </a:rPr>
              <a:t>tempor</a:t>
            </a:r>
            <a:r>
              <a:rPr lang="en-US" sz="1100" dirty="0">
                <a:latin typeface="+mj-lt"/>
              </a:rPr>
              <a:t> </a:t>
            </a:r>
            <a:r>
              <a:rPr lang="en-US" sz="1100" dirty="0" err="1">
                <a:latin typeface="+mj-lt"/>
              </a:rPr>
              <a:t>nibh</a:t>
            </a:r>
            <a:r>
              <a:rPr lang="en-US" sz="1100" dirty="0">
                <a:latin typeface="+mj-lt"/>
              </a:rPr>
              <a:t> ante semper diam. </a:t>
            </a:r>
            <a:r>
              <a:rPr lang="en-US" sz="1100" dirty="0" err="1">
                <a:latin typeface="+mj-lt"/>
              </a:rPr>
              <a:t>Nullam</a:t>
            </a:r>
            <a:r>
              <a:rPr lang="en-US" sz="1100" dirty="0">
                <a:latin typeface="+mj-lt"/>
              </a:rPr>
              <a:t> </a:t>
            </a:r>
            <a:r>
              <a:rPr lang="en-US" sz="1100" dirty="0" err="1">
                <a:latin typeface="+mj-lt"/>
              </a:rPr>
              <a:t>quis</a:t>
            </a:r>
            <a:r>
              <a:rPr lang="en-US" sz="1100" dirty="0">
                <a:latin typeface="+mj-lt"/>
              </a:rPr>
              <a:t> </a:t>
            </a:r>
            <a:r>
              <a:rPr lang="en-US" sz="1100" dirty="0" err="1">
                <a:latin typeface="+mj-lt"/>
              </a:rPr>
              <a:t>euismod</a:t>
            </a:r>
            <a:r>
              <a:rPr lang="en-US" sz="1100" dirty="0">
                <a:latin typeface="+mj-lt"/>
              </a:rPr>
              <a:t> </a:t>
            </a:r>
            <a:r>
              <a:rPr lang="en-US" sz="1100" dirty="0" err="1">
                <a:latin typeface="+mj-lt"/>
              </a:rPr>
              <a:t>neque</a:t>
            </a:r>
            <a:r>
              <a:rPr lang="en-US" sz="1100" dirty="0">
                <a:latin typeface="+mj-lt"/>
              </a:rPr>
              <a:t>, </a:t>
            </a:r>
            <a:r>
              <a:rPr lang="en-US" sz="1100" dirty="0" err="1">
                <a:latin typeface="+mj-lt"/>
              </a:rPr>
              <a:t>nec</a:t>
            </a:r>
            <a:r>
              <a:rPr lang="en-US" sz="1100" dirty="0">
                <a:latin typeface="+mj-lt"/>
              </a:rPr>
              <a:t> </a:t>
            </a:r>
            <a:r>
              <a:rPr lang="en-US" sz="1100" dirty="0" err="1">
                <a:latin typeface="+mj-lt"/>
              </a:rPr>
              <a:t>facilisis</a:t>
            </a:r>
            <a:r>
              <a:rPr lang="en-US" sz="1100" dirty="0">
                <a:latin typeface="+mj-lt"/>
              </a:rPr>
              <a:t> sem. </a:t>
            </a:r>
            <a:r>
              <a:rPr lang="en-US" sz="1100" dirty="0" err="1">
                <a:latin typeface="+mj-lt"/>
              </a:rPr>
              <a:t>Morbi</a:t>
            </a:r>
            <a:r>
              <a:rPr lang="en-US" sz="1100" dirty="0">
                <a:latin typeface="+mj-lt"/>
              </a:rPr>
              <a:t> </a:t>
            </a:r>
            <a:r>
              <a:rPr lang="en-US" sz="1100" dirty="0" err="1">
                <a:latin typeface="+mj-lt"/>
              </a:rPr>
              <a:t>egestas</a:t>
            </a:r>
            <a:r>
              <a:rPr lang="en-US" sz="1100" dirty="0">
                <a:latin typeface="+mj-lt"/>
              </a:rPr>
              <a:t> </a:t>
            </a:r>
            <a:r>
              <a:rPr lang="en-US" sz="1100" dirty="0" err="1">
                <a:latin typeface="+mj-lt"/>
              </a:rPr>
              <a:t>iaculis</a:t>
            </a:r>
            <a:r>
              <a:rPr lang="en-US" sz="1100" dirty="0">
                <a:latin typeface="+mj-lt"/>
              </a:rPr>
              <a:t> </a:t>
            </a:r>
            <a:r>
              <a:rPr lang="en-US" sz="1100" dirty="0" err="1">
                <a:latin typeface="+mj-lt"/>
              </a:rPr>
              <a:t>dignissim</a:t>
            </a:r>
            <a:r>
              <a:rPr lang="en-US" sz="1100" dirty="0">
                <a:latin typeface="+mj-lt"/>
              </a:rPr>
              <a:t>. In </a:t>
            </a:r>
            <a:r>
              <a:rPr lang="en-US" sz="1100" dirty="0" err="1">
                <a:latin typeface="+mj-lt"/>
              </a:rPr>
              <a:t>accumsan</a:t>
            </a:r>
            <a:r>
              <a:rPr lang="en-US" sz="1100" dirty="0">
                <a:latin typeface="+mj-lt"/>
              </a:rPr>
              <a:t> </a:t>
            </a:r>
            <a:r>
              <a:rPr lang="en-US" sz="1100" dirty="0" err="1">
                <a:latin typeface="+mj-lt"/>
              </a:rPr>
              <a:t>tortor</a:t>
            </a:r>
            <a:r>
              <a:rPr lang="en-US" sz="1100" dirty="0">
                <a:latin typeface="+mj-lt"/>
              </a:rPr>
              <a:t> </a:t>
            </a:r>
            <a:r>
              <a:rPr lang="en-US" sz="1100" dirty="0" err="1">
                <a:latin typeface="+mj-lt"/>
              </a:rPr>
              <a:t>elit</a:t>
            </a:r>
            <a:r>
              <a:rPr lang="en-US" sz="1100" dirty="0">
                <a:latin typeface="+mj-lt"/>
              </a:rPr>
              <a:t>, non </a:t>
            </a:r>
            <a:r>
              <a:rPr lang="en-US" sz="1100" dirty="0" err="1">
                <a:latin typeface="+mj-lt"/>
              </a:rPr>
              <a:t>euismod</a:t>
            </a:r>
            <a:r>
              <a:rPr lang="en-US" sz="1100" dirty="0">
                <a:latin typeface="+mj-lt"/>
              </a:rPr>
              <a:t> </a:t>
            </a:r>
            <a:r>
              <a:rPr lang="en-US" sz="1100" dirty="0" err="1">
                <a:latin typeface="+mj-lt"/>
              </a:rPr>
              <a:t>eros</a:t>
            </a:r>
            <a:r>
              <a:rPr lang="en-US" sz="1100" dirty="0">
                <a:latin typeface="+mj-lt"/>
              </a:rPr>
              <a:t> </a:t>
            </a:r>
            <a:r>
              <a:rPr lang="en-US" sz="1100" dirty="0" err="1">
                <a:latin typeface="+mj-lt"/>
              </a:rPr>
              <a:t>accumsan</a:t>
            </a:r>
            <a:r>
              <a:rPr lang="en-US" sz="1100" dirty="0">
                <a:latin typeface="+mj-lt"/>
              </a:rPr>
              <a:t> ac. </a:t>
            </a:r>
            <a:r>
              <a:rPr lang="en-US" sz="1100" dirty="0" err="1">
                <a:latin typeface="+mj-lt"/>
              </a:rPr>
              <a:t>Sed</a:t>
            </a:r>
            <a:r>
              <a:rPr lang="en-US" sz="1100" dirty="0">
                <a:latin typeface="+mj-lt"/>
              </a:rPr>
              <a:t> </a:t>
            </a:r>
            <a:r>
              <a:rPr lang="en-US" sz="1100" dirty="0" err="1">
                <a:latin typeface="+mj-lt"/>
              </a:rPr>
              <a:t>ultrices</a:t>
            </a:r>
            <a:r>
              <a:rPr lang="en-US" sz="1100" dirty="0">
                <a:latin typeface="+mj-lt"/>
              </a:rPr>
              <a:t> mi lorem, </a:t>
            </a:r>
            <a:r>
              <a:rPr lang="en-US" sz="1100" dirty="0" err="1">
                <a:latin typeface="+mj-lt"/>
              </a:rPr>
              <a:t>ut</a:t>
            </a:r>
            <a:r>
              <a:rPr lang="en-US" sz="1100" dirty="0">
                <a:latin typeface="+mj-lt"/>
              </a:rPr>
              <a:t> </a:t>
            </a:r>
            <a:r>
              <a:rPr lang="en-US" sz="1100" dirty="0" err="1">
                <a:latin typeface="+mj-lt"/>
              </a:rPr>
              <a:t>dignissim</a:t>
            </a:r>
            <a:r>
              <a:rPr lang="en-US" sz="1100" dirty="0">
                <a:latin typeface="+mj-lt"/>
              </a:rPr>
              <a:t> </a:t>
            </a:r>
            <a:r>
              <a:rPr lang="en-US" sz="1100" dirty="0" err="1">
                <a:latin typeface="+mj-lt"/>
              </a:rPr>
              <a:t>nibh</a:t>
            </a:r>
            <a:r>
              <a:rPr lang="en-US" sz="1100" dirty="0">
                <a:latin typeface="+mj-lt"/>
              </a:rPr>
              <a:t> </a:t>
            </a:r>
            <a:r>
              <a:rPr lang="en-US" sz="1100" dirty="0" err="1">
                <a:latin typeface="+mj-lt"/>
              </a:rPr>
              <a:t>facilisis</a:t>
            </a:r>
            <a:r>
              <a:rPr lang="en-US" sz="1100" dirty="0">
                <a:latin typeface="+mj-lt"/>
              </a:rPr>
              <a:t> vel.</a:t>
            </a:r>
          </a:p>
        </p:txBody>
      </p:sp>
      <p:sp>
        <p:nvSpPr>
          <p:cNvPr id="5" name="Text Placeholder 4"/>
          <p:cNvSpPr>
            <a:spLocks noGrp="1"/>
          </p:cNvSpPr>
          <p:nvPr>
            <p:ph type="body" sz="quarter" idx="11" hasCustomPrompt="1"/>
          </p:nvPr>
        </p:nvSpPr>
        <p:spPr>
          <a:xfrm>
            <a:off x="476253" y="1439333"/>
            <a:ext cx="11239500" cy="4572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dirty="0"/>
              <a:t>Highlight goes here</a:t>
            </a:r>
          </a:p>
        </p:txBody>
      </p:sp>
      <p:cxnSp>
        <p:nvCxnSpPr>
          <p:cNvPr id="6" name="Straight Connector 5"/>
          <p:cNvCxnSpPr/>
          <p:nvPr/>
        </p:nvCxnSpPr>
        <p:spPr>
          <a:xfrm>
            <a:off x="392546" y="955249"/>
            <a:ext cx="1140690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9884588" y="6435520"/>
            <a:ext cx="1831163" cy="422483"/>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4879210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3" name="Content Placeholder 5"/>
          <p:cNvSpPr>
            <a:spLocks noGrp="1"/>
          </p:cNvSpPr>
          <p:nvPr>
            <p:ph sz="quarter" idx="10" hasCustomPrompt="1"/>
          </p:nvPr>
        </p:nvSpPr>
        <p:spPr>
          <a:xfrm>
            <a:off x="476254" y="1896534"/>
            <a:ext cx="5314948" cy="4072467"/>
          </a:xfrm>
        </p:spPr>
        <p:txBody>
          <a:bodyPr/>
          <a:lstStyle>
            <a:lvl1pPr marL="171450" indent="-171450">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5" name="Text Placeholder 4"/>
          <p:cNvSpPr>
            <a:spLocks noGrp="1"/>
          </p:cNvSpPr>
          <p:nvPr>
            <p:ph type="body" sz="quarter" idx="11" hasCustomPrompt="1"/>
          </p:nvPr>
        </p:nvSpPr>
        <p:spPr>
          <a:xfrm>
            <a:off x="476252" y="1439333"/>
            <a:ext cx="5314949" cy="4572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dirty="0"/>
              <a:t>Highlight goes here</a:t>
            </a:r>
          </a:p>
        </p:txBody>
      </p:sp>
      <p:sp>
        <p:nvSpPr>
          <p:cNvPr id="6" name="Content Placeholder 5"/>
          <p:cNvSpPr>
            <a:spLocks noGrp="1"/>
          </p:cNvSpPr>
          <p:nvPr>
            <p:ph sz="quarter" idx="12" hasCustomPrompt="1"/>
          </p:nvPr>
        </p:nvSpPr>
        <p:spPr>
          <a:xfrm>
            <a:off x="6400801" y="1896534"/>
            <a:ext cx="5324476" cy="4072467"/>
          </a:xfrm>
        </p:spPr>
        <p:txBody>
          <a:bodyPr/>
          <a:lstStyle>
            <a:lvl1pPr marL="171450" indent="-171450">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7" name="Text Placeholder 4"/>
          <p:cNvSpPr>
            <a:spLocks noGrp="1"/>
          </p:cNvSpPr>
          <p:nvPr>
            <p:ph type="body" sz="quarter" idx="13" hasCustomPrompt="1"/>
          </p:nvPr>
        </p:nvSpPr>
        <p:spPr>
          <a:xfrm>
            <a:off x="6400798" y="1439333"/>
            <a:ext cx="5324479" cy="4572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dirty="0"/>
              <a:t>OTHER Highlight goes here</a:t>
            </a:r>
          </a:p>
        </p:txBody>
      </p:sp>
      <p:cxnSp>
        <p:nvCxnSpPr>
          <p:cNvPr id="8" name="Straight Connector 7"/>
          <p:cNvCxnSpPr/>
          <p:nvPr/>
        </p:nvCxnSpPr>
        <p:spPr>
          <a:xfrm>
            <a:off x="392546" y="955249"/>
            <a:ext cx="1140690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9884588" y="6435520"/>
            <a:ext cx="1831163" cy="422483"/>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757357882"/>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476254" y="1439334"/>
            <a:ext cx="5314948" cy="4529667"/>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p:txBody>
      </p:sp>
      <p:sp>
        <p:nvSpPr>
          <p:cNvPr id="9" name="Picture Placeholder 8"/>
          <p:cNvSpPr>
            <a:spLocks noGrp="1"/>
          </p:cNvSpPr>
          <p:nvPr>
            <p:ph type="pic" sz="quarter" idx="11" hasCustomPrompt="1"/>
          </p:nvPr>
        </p:nvSpPr>
        <p:spPr>
          <a:xfrm>
            <a:off x="7112000" y="0"/>
            <a:ext cx="5080000" cy="6426200"/>
          </a:xfrm>
        </p:spPr>
        <p:txBody>
          <a:bodyPr anchor="ctr">
            <a:normAutofit/>
          </a:bodyPr>
          <a:lstStyle>
            <a:lvl1pPr marL="0" indent="0" algn="ctr">
              <a:buNone/>
              <a:defRPr sz="1600"/>
            </a:lvl1pPr>
          </a:lstStyle>
          <a:p>
            <a:r>
              <a:rPr lang="en-US" dirty="0"/>
              <a:t>Please add picture here</a:t>
            </a:r>
          </a:p>
          <a:p>
            <a:endParaRPr lang="en-US" dirty="0"/>
          </a:p>
          <a:p>
            <a:endParaRPr lang="en-US" dirty="0"/>
          </a:p>
        </p:txBody>
      </p:sp>
      <p:cxnSp>
        <p:nvCxnSpPr>
          <p:cNvPr id="5" name="Straight Connector 4"/>
          <p:cNvCxnSpPr/>
          <p:nvPr/>
        </p:nvCxnSpPr>
        <p:spPr>
          <a:xfrm>
            <a:off x="392547" y="955249"/>
            <a:ext cx="562937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9884588" y="6435520"/>
            <a:ext cx="1831163" cy="422483"/>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788992768"/>
      </p:ext>
    </p:extLst>
  </p:cSld>
  <p:clrMapOvr>
    <a:masterClrMapping/>
  </p:clrMapOvr>
  <p:extLst>
    <p:ext uri="{DCECCB84-F9BA-43D5-87BE-67443E8EF086}">
      <p15:sldGuideLst xmlns:p15="http://schemas.microsoft.com/office/powerpoint/2012/main">
        <p15:guide id="1" pos="44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Highligh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476252" y="1896534"/>
            <a:ext cx="5314949" cy="4072467"/>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9" name="Picture Placeholder 8"/>
          <p:cNvSpPr>
            <a:spLocks noGrp="1"/>
          </p:cNvSpPr>
          <p:nvPr>
            <p:ph type="pic" sz="quarter" idx="11" hasCustomPrompt="1"/>
          </p:nvPr>
        </p:nvSpPr>
        <p:spPr>
          <a:xfrm>
            <a:off x="7112000" y="0"/>
            <a:ext cx="5080000" cy="6426200"/>
          </a:xfrm>
        </p:spPr>
        <p:txBody>
          <a:bodyPr anchor="ctr">
            <a:normAutofit/>
          </a:bodyPr>
          <a:lstStyle>
            <a:lvl1pPr marL="0" indent="0" algn="ctr">
              <a:buNone/>
              <a:defRPr sz="1600"/>
            </a:lvl1pPr>
          </a:lstStyle>
          <a:p>
            <a:r>
              <a:rPr lang="en-US" dirty="0"/>
              <a:t>Please add picture here</a:t>
            </a:r>
          </a:p>
          <a:p>
            <a:endParaRPr lang="en-US" dirty="0"/>
          </a:p>
          <a:p>
            <a:endParaRPr lang="en-US" dirty="0"/>
          </a:p>
        </p:txBody>
      </p:sp>
      <p:sp>
        <p:nvSpPr>
          <p:cNvPr id="5" name="Text Placeholder 4"/>
          <p:cNvSpPr>
            <a:spLocks noGrp="1"/>
          </p:cNvSpPr>
          <p:nvPr>
            <p:ph type="body" sz="quarter" idx="12" hasCustomPrompt="1"/>
          </p:nvPr>
        </p:nvSpPr>
        <p:spPr>
          <a:xfrm>
            <a:off x="476252" y="1439333"/>
            <a:ext cx="5314949" cy="4572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dirty="0"/>
              <a:t>Highlight goes here</a:t>
            </a:r>
          </a:p>
        </p:txBody>
      </p:sp>
      <p:cxnSp>
        <p:nvCxnSpPr>
          <p:cNvPr id="7" name="Straight Connector 6"/>
          <p:cNvCxnSpPr/>
          <p:nvPr/>
        </p:nvCxnSpPr>
        <p:spPr>
          <a:xfrm>
            <a:off x="392547" y="955249"/>
            <a:ext cx="562937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9884588" y="6435520"/>
            <a:ext cx="1831163" cy="422483"/>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96221314"/>
      </p:ext>
    </p:extLst>
  </p:cSld>
  <p:clrMapOvr>
    <a:masterClrMapping/>
  </p:clrMapOvr>
  <p:extLst>
    <p:ext uri="{DCECCB84-F9BA-43D5-87BE-67443E8EF086}">
      <p15:sldGuideLst xmlns:p15="http://schemas.microsoft.com/office/powerpoint/2012/main">
        <p15:guide id="1" pos="44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is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9" name="Picture Placeholder 8"/>
          <p:cNvSpPr>
            <a:spLocks noGrp="1"/>
          </p:cNvSpPr>
          <p:nvPr>
            <p:ph type="pic" sz="quarter" idx="11" hasCustomPrompt="1"/>
          </p:nvPr>
        </p:nvSpPr>
        <p:spPr>
          <a:xfrm>
            <a:off x="7112000" y="0"/>
            <a:ext cx="5080000" cy="6426200"/>
          </a:xfrm>
        </p:spPr>
        <p:txBody>
          <a:bodyPr anchor="ctr">
            <a:normAutofit/>
          </a:bodyPr>
          <a:lstStyle>
            <a:lvl1pPr marL="0" indent="0" algn="ctr">
              <a:buNone/>
              <a:defRPr sz="1600"/>
            </a:lvl1pPr>
          </a:lstStyle>
          <a:p>
            <a:r>
              <a:rPr lang="en-US" dirty="0"/>
              <a:t>Please add picture here</a:t>
            </a:r>
          </a:p>
          <a:p>
            <a:endParaRPr lang="en-US" dirty="0"/>
          </a:p>
          <a:p>
            <a:endParaRPr lang="en-US" dirty="0"/>
          </a:p>
        </p:txBody>
      </p:sp>
      <p:cxnSp>
        <p:nvCxnSpPr>
          <p:cNvPr id="7" name="Straight Connector 6"/>
          <p:cNvCxnSpPr/>
          <p:nvPr/>
        </p:nvCxnSpPr>
        <p:spPr>
          <a:xfrm>
            <a:off x="392547" y="955249"/>
            <a:ext cx="562937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4" name="Text Placeholder 13"/>
          <p:cNvSpPr>
            <a:spLocks noGrp="1"/>
          </p:cNvSpPr>
          <p:nvPr>
            <p:ph type="body" sz="quarter" idx="12" hasCustomPrompt="1"/>
          </p:nvPr>
        </p:nvSpPr>
        <p:spPr>
          <a:xfrm>
            <a:off x="476251" y="1456655"/>
            <a:ext cx="475488" cy="475488"/>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dirty="0"/>
              <a:t>#</a:t>
            </a:r>
          </a:p>
        </p:txBody>
      </p:sp>
      <p:sp>
        <p:nvSpPr>
          <p:cNvPr id="20" name="Text Placeholder 19"/>
          <p:cNvSpPr>
            <a:spLocks noGrp="1"/>
          </p:cNvSpPr>
          <p:nvPr>
            <p:ph type="body" sz="quarter" idx="13" hasCustomPrompt="1"/>
          </p:nvPr>
        </p:nvSpPr>
        <p:spPr>
          <a:xfrm>
            <a:off x="947963" y="1456655"/>
            <a:ext cx="4843237" cy="475488"/>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dirty="0"/>
              <a:t>Please put section one title here</a:t>
            </a:r>
          </a:p>
        </p:txBody>
      </p:sp>
      <p:sp>
        <p:nvSpPr>
          <p:cNvPr id="21" name="Text Placeholder 13"/>
          <p:cNvSpPr>
            <a:spLocks noGrp="1"/>
          </p:cNvSpPr>
          <p:nvPr>
            <p:ph type="body" sz="quarter" idx="14" hasCustomPrompt="1"/>
          </p:nvPr>
        </p:nvSpPr>
        <p:spPr>
          <a:xfrm>
            <a:off x="476251" y="5493512"/>
            <a:ext cx="475488" cy="475488"/>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dirty="0"/>
              <a:t>#</a:t>
            </a:r>
          </a:p>
        </p:txBody>
      </p:sp>
      <p:sp>
        <p:nvSpPr>
          <p:cNvPr id="22" name="Text Placeholder 13"/>
          <p:cNvSpPr>
            <a:spLocks noGrp="1"/>
          </p:cNvSpPr>
          <p:nvPr>
            <p:ph type="body" sz="quarter" idx="15" hasCustomPrompt="1"/>
          </p:nvPr>
        </p:nvSpPr>
        <p:spPr>
          <a:xfrm>
            <a:off x="476251" y="2264027"/>
            <a:ext cx="475488" cy="475488"/>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dirty="0"/>
              <a:t>#</a:t>
            </a:r>
          </a:p>
        </p:txBody>
      </p:sp>
      <p:sp>
        <p:nvSpPr>
          <p:cNvPr id="23" name="Text Placeholder 13"/>
          <p:cNvSpPr>
            <a:spLocks noGrp="1"/>
          </p:cNvSpPr>
          <p:nvPr>
            <p:ph type="body" sz="quarter" idx="16" hasCustomPrompt="1"/>
          </p:nvPr>
        </p:nvSpPr>
        <p:spPr>
          <a:xfrm>
            <a:off x="476251" y="3071399"/>
            <a:ext cx="475488" cy="475488"/>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dirty="0"/>
              <a:t>#</a:t>
            </a:r>
          </a:p>
        </p:txBody>
      </p:sp>
      <p:sp>
        <p:nvSpPr>
          <p:cNvPr id="24" name="Text Placeholder 13"/>
          <p:cNvSpPr>
            <a:spLocks noGrp="1"/>
          </p:cNvSpPr>
          <p:nvPr>
            <p:ph type="body" sz="quarter" idx="17" hasCustomPrompt="1"/>
          </p:nvPr>
        </p:nvSpPr>
        <p:spPr>
          <a:xfrm>
            <a:off x="476251" y="3878771"/>
            <a:ext cx="475488" cy="475488"/>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dirty="0"/>
              <a:t>#</a:t>
            </a:r>
          </a:p>
        </p:txBody>
      </p:sp>
      <p:sp>
        <p:nvSpPr>
          <p:cNvPr id="25" name="Text Placeholder 13"/>
          <p:cNvSpPr>
            <a:spLocks noGrp="1"/>
          </p:cNvSpPr>
          <p:nvPr>
            <p:ph type="body" sz="quarter" idx="18" hasCustomPrompt="1"/>
          </p:nvPr>
        </p:nvSpPr>
        <p:spPr>
          <a:xfrm>
            <a:off x="476251" y="4686143"/>
            <a:ext cx="475488" cy="475488"/>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dirty="0"/>
              <a:t>#</a:t>
            </a:r>
          </a:p>
        </p:txBody>
      </p:sp>
      <p:sp>
        <p:nvSpPr>
          <p:cNvPr id="26" name="Text Placeholder 19"/>
          <p:cNvSpPr>
            <a:spLocks noGrp="1"/>
          </p:cNvSpPr>
          <p:nvPr>
            <p:ph type="body" sz="quarter" idx="19" hasCustomPrompt="1"/>
          </p:nvPr>
        </p:nvSpPr>
        <p:spPr>
          <a:xfrm>
            <a:off x="947963" y="2263477"/>
            <a:ext cx="4843237" cy="475488"/>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dirty="0"/>
              <a:t>Please put section TWO title here</a:t>
            </a:r>
          </a:p>
        </p:txBody>
      </p:sp>
      <p:sp>
        <p:nvSpPr>
          <p:cNvPr id="27" name="Text Placeholder 19"/>
          <p:cNvSpPr>
            <a:spLocks noGrp="1"/>
          </p:cNvSpPr>
          <p:nvPr>
            <p:ph type="body" sz="quarter" idx="20" hasCustomPrompt="1"/>
          </p:nvPr>
        </p:nvSpPr>
        <p:spPr>
          <a:xfrm>
            <a:off x="947963" y="3070300"/>
            <a:ext cx="4843237" cy="475488"/>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dirty="0"/>
              <a:t>Please put section THREE title here</a:t>
            </a:r>
          </a:p>
        </p:txBody>
      </p:sp>
      <p:sp>
        <p:nvSpPr>
          <p:cNvPr id="28" name="Text Placeholder 19"/>
          <p:cNvSpPr>
            <a:spLocks noGrp="1"/>
          </p:cNvSpPr>
          <p:nvPr>
            <p:ph type="body" sz="quarter" idx="21" hasCustomPrompt="1"/>
          </p:nvPr>
        </p:nvSpPr>
        <p:spPr>
          <a:xfrm>
            <a:off x="947963" y="3877123"/>
            <a:ext cx="4843237" cy="475488"/>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dirty="0"/>
              <a:t>…</a:t>
            </a:r>
          </a:p>
        </p:txBody>
      </p:sp>
      <p:sp>
        <p:nvSpPr>
          <p:cNvPr id="29" name="Text Placeholder 19"/>
          <p:cNvSpPr>
            <a:spLocks noGrp="1"/>
          </p:cNvSpPr>
          <p:nvPr>
            <p:ph type="body" sz="quarter" idx="22" hasCustomPrompt="1"/>
          </p:nvPr>
        </p:nvSpPr>
        <p:spPr>
          <a:xfrm>
            <a:off x="947963" y="4683945"/>
            <a:ext cx="4843237" cy="475488"/>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dirty="0"/>
              <a:t>And delete</a:t>
            </a:r>
          </a:p>
        </p:txBody>
      </p:sp>
      <p:sp>
        <p:nvSpPr>
          <p:cNvPr id="30" name="Text Placeholder 19"/>
          <p:cNvSpPr>
            <a:spLocks noGrp="1"/>
          </p:cNvSpPr>
          <p:nvPr>
            <p:ph type="body" sz="quarter" idx="23" hasCustomPrompt="1"/>
          </p:nvPr>
        </p:nvSpPr>
        <p:spPr>
          <a:xfrm>
            <a:off x="947963" y="5490769"/>
            <a:ext cx="4843237" cy="475488"/>
          </a:xfrm>
          <a:ln w="19050">
            <a:solidFill>
              <a:srgbClr val="F5F5F5"/>
            </a:solidFill>
          </a:ln>
        </p:spPr>
        <p:txBody>
          <a:bodyPr lIns="108000" anchor="ctr"/>
          <a:lstStyle>
            <a:lvl1pPr marL="0" indent="0">
              <a:buNone/>
              <a:defRPr b="1" i="0" cap="all" spc="200" baseline="0">
                <a:latin typeface="+mn-lt"/>
              </a:defRPr>
            </a:lvl1pPr>
            <a:lvl5pPr marL="2114550" indent="-285750">
              <a:buFont typeface="Arial" panose="020B0604020202020204" pitchFamily="34" charset="0"/>
              <a:buChar char="•"/>
              <a:defRPr/>
            </a:lvl5pPr>
          </a:lstStyle>
          <a:p>
            <a:pPr lvl="0"/>
            <a:r>
              <a:rPr lang="en-US" dirty="0"/>
              <a:t>The extras</a:t>
            </a:r>
          </a:p>
        </p:txBody>
      </p:sp>
      <p:sp>
        <p:nvSpPr>
          <p:cNvPr id="33" name="Slide Number Placeholder 1"/>
          <p:cNvSpPr>
            <a:spLocks noGrp="1"/>
          </p:cNvSpPr>
          <p:nvPr>
            <p:ph type="sldNum" sz="quarter" idx="4"/>
          </p:nvPr>
        </p:nvSpPr>
        <p:spPr>
          <a:xfrm>
            <a:off x="9884588" y="6435520"/>
            <a:ext cx="1831163" cy="422483"/>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586219845"/>
      </p:ext>
    </p:extLst>
  </p:cSld>
  <p:clrMapOvr>
    <a:masterClrMapping/>
  </p:clrMapOvr>
  <p:extLst>
    <p:ext uri="{DCECCB84-F9BA-43D5-87BE-67443E8EF086}">
      <p15:sldGuideLst xmlns:p15="http://schemas.microsoft.com/office/powerpoint/2012/main">
        <p15:guide id="1" pos="44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ersonal Profile - Right">
    <p:spTree>
      <p:nvGrpSpPr>
        <p:cNvPr id="1" name=""/>
        <p:cNvGrpSpPr/>
        <p:nvPr/>
      </p:nvGrpSpPr>
      <p:grpSpPr>
        <a:xfrm>
          <a:off x="0" y="0"/>
          <a:ext cx="0" cy="0"/>
          <a:chOff x="0" y="0"/>
          <a:chExt cx="0" cy="0"/>
        </a:xfrm>
      </p:grpSpPr>
      <p:sp>
        <p:nvSpPr>
          <p:cNvPr id="6" name="Content Placeholder 5"/>
          <p:cNvSpPr>
            <a:spLocks noGrp="1"/>
          </p:cNvSpPr>
          <p:nvPr>
            <p:ph sz="quarter" idx="10" hasCustomPrompt="1"/>
          </p:nvPr>
        </p:nvSpPr>
        <p:spPr>
          <a:xfrm>
            <a:off x="898527" y="2373859"/>
            <a:ext cx="5314948" cy="3595140"/>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p:txBody>
      </p:sp>
      <p:sp>
        <p:nvSpPr>
          <p:cNvPr id="5" name="Text Placeholder 4"/>
          <p:cNvSpPr>
            <a:spLocks noGrp="1"/>
          </p:cNvSpPr>
          <p:nvPr>
            <p:ph type="body" sz="quarter" idx="12" hasCustomPrompt="1"/>
          </p:nvPr>
        </p:nvSpPr>
        <p:spPr>
          <a:xfrm>
            <a:off x="898524" y="1439333"/>
            <a:ext cx="5314949" cy="4572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dirty="0"/>
              <a:t>Highlight goes here</a:t>
            </a:r>
          </a:p>
        </p:txBody>
      </p:sp>
      <p:sp>
        <p:nvSpPr>
          <p:cNvPr id="11" name="Slide Number Placeholder 1"/>
          <p:cNvSpPr>
            <a:spLocks noGrp="1"/>
          </p:cNvSpPr>
          <p:nvPr>
            <p:ph type="sldNum" sz="quarter" idx="4"/>
          </p:nvPr>
        </p:nvSpPr>
        <p:spPr>
          <a:xfrm>
            <a:off x="9884588" y="6435520"/>
            <a:ext cx="1831163" cy="422483"/>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
        <p:nvSpPr>
          <p:cNvPr id="12" name="Text Placeholder 4"/>
          <p:cNvSpPr>
            <a:spLocks noGrp="1"/>
          </p:cNvSpPr>
          <p:nvPr>
            <p:ph type="body" sz="quarter" idx="15" hasCustomPrompt="1"/>
          </p:nvPr>
        </p:nvSpPr>
        <p:spPr>
          <a:xfrm>
            <a:off x="898524" y="1916660"/>
            <a:ext cx="5314949" cy="457200"/>
          </a:xfrm>
        </p:spPr>
        <p:txBody>
          <a:bodyPr wrap="none" bIns="0">
            <a:noAutofit/>
          </a:bodyPr>
          <a:lstStyle>
            <a:lvl1pPr marL="0" indent="0">
              <a:spcBef>
                <a:spcPts val="288"/>
              </a:spcBef>
              <a:buNone/>
              <a:defRPr sz="900" b="1" i="1" cap="none" spc="100" baseline="0">
                <a:solidFill>
                  <a:schemeClr val="tx1"/>
                </a:solidFill>
              </a:defRPr>
            </a:lvl1pPr>
          </a:lstStyle>
          <a:p>
            <a:pPr lvl="0"/>
            <a:r>
              <a:rPr lang="en-US" dirty="0"/>
              <a:t>Please put title here</a:t>
            </a:r>
          </a:p>
        </p:txBody>
      </p:sp>
      <p:sp>
        <p:nvSpPr>
          <p:cNvPr id="13" name="Rectangle 12"/>
          <p:cNvSpPr/>
          <p:nvPr/>
        </p:nvSpPr>
        <p:spPr>
          <a:xfrm>
            <a:off x="7112001" y="2"/>
            <a:ext cx="5080001" cy="64355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Oval 13"/>
          <p:cNvSpPr/>
          <p:nvPr/>
        </p:nvSpPr>
        <p:spPr>
          <a:xfrm>
            <a:off x="8305208" y="1870969"/>
            <a:ext cx="2693581" cy="2693581"/>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Picture Placeholder 11"/>
          <p:cNvSpPr>
            <a:spLocks noGrp="1"/>
          </p:cNvSpPr>
          <p:nvPr>
            <p:ph type="pic" sz="quarter" idx="14" hasCustomPrompt="1"/>
          </p:nvPr>
        </p:nvSpPr>
        <p:spPr>
          <a:xfrm>
            <a:off x="8542527" y="2108287"/>
            <a:ext cx="2218944" cy="2218944"/>
          </a:xfrm>
          <a:prstGeom prst="ellipse">
            <a:avLst/>
          </a:prstGeom>
        </p:spPr>
        <p:txBody>
          <a:bodyPr anchor="ctr"/>
          <a:lstStyle>
            <a:lvl1pPr marL="0" indent="0" algn="ctr">
              <a:buNone/>
              <a:defRPr b="1">
                <a:solidFill>
                  <a:schemeClr val="bg1"/>
                </a:solidFill>
              </a:defRPr>
            </a:lvl1pPr>
          </a:lstStyle>
          <a:p>
            <a:r>
              <a:rPr lang="en-US" dirty="0"/>
              <a:t>PLEASE INSERT PHOTO HERE</a:t>
            </a:r>
          </a:p>
        </p:txBody>
      </p:sp>
    </p:spTree>
    <p:extLst>
      <p:ext uri="{BB962C8B-B14F-4D97-AF65-F5344CB8AC3E}">
        <p14:creationId xmlns:p14="http://schemas.microsoft.com/office/powerpoint/2010/main" val="2106714"/>
      </p:ext>
    </p:extLst>
  </p:cSld>
  <p:clrMapOvr>
    <a:masterClrMapping/>
  </p:clrMapOvr>
  <p:extLst>
    <p:ext uri="{DCECCB84-F9BA-43D5-87BE-67443E8EF086}">
      <p15:sldGuideLst xmlns:p15="http://schemas.microsoft.com/office/powerpoint/2012/main">
        <p15:guide id="1" pos="44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ersonal Profile">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5973763" y="2373859"/>
            <a:ext cx="5324476" cy="3595140"/>
          </a:xfrm>
        </p:spPr>
        <p:txBody>
          <a:bodyPr/>
          <a:lstStyle>
            <a:lvl1pPr marL="171450" indent="-171450">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p:txBody>
      </p:sp>
      <p:sp>
        <p:nvSpPr>
          <p:cNvPr id="7" name="Text Placeholder 4"/>
          <p:cNvSpPr>
            <a:spLocks noGrp="1"/>
          </p:cNvSpPr>
          <p:nvPr>
            <p:ph type="body" sz="quarter" idx="13" hasCustomPrompt="1"/>
          </p:nvPr>
        </p:nvSpPr>
        <p:spPr>
          <a:xfrm>
            <a:off x="5973763" y="1439333"/>
            <a:ext cx="5314951" cy="4572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dirty="0"/>
              <a:t>Please put name here</a:t>
            </a:r>
          </a:p>
        </p:txBody>
      </p:sp>
      <p:sp>
        <p:nvSpPr>
          <p:cNvPr id="9" name="Rectangle 8"/>
          <p:cNvSpPr/>
          <p:nvPr/>
        </p:nvSpPr>
        <p:spPr>
          <a:xfrm>
            <a:off x="-1" y="2"/>
            <a:ext cx="5080001" cy="64355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0" name="Oval 9"/>
          <p:cNvSpPr/>
          <p:nvPr/>
        </p:nvSpPr>
        <p:spPr>
          <a:xfrm>
            <a:off x="1193208" y="1870969"/>
            <a:ext cx="2693581" cy="2693581"/>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2" name="Picture Placeholder 11"/>
          <p:cNvSpPr>
            <a:spLocks noGrp="1"/>
          </p:cNvSpPr>
          <p:nvPr>
            <p:ph type="pic" sz="quarter" idx="14" hasCustomPrompt="1"/>
          </p:nvPr>
        </p:nvSpPr>
        <p:spPr>
          <a:xfrm>
            <a:off x="1430527" y="2108287"/>
            <a:ext cx="2218944" cy="2218944"/>
          </a:xfrm>
          <a:prstGeom prst="ellipse">
            <a:avLst/>
          </a:prstGeom>
        </p:spPr>
        <p:txBody>
          <a:bodyPr anchor="ctr"/>
          <a:lstStyle>
            <a:lvl1pPr marL="0" indent="0" algn="ctr">
              <a:buNone/>
              <a:defRPr b="1">
                <a:solidFill>
                  <a:schemeClr val="bg1"/>
                </a:solidFill>
              </a:defRPr>
            </a:lvl1pPr>
          </a:lstStyle>
          <a:p>
            <a:r>
              <a:rPr lang="en-US" dirty="0"/>
              <a:t>PLEASE INSERT PHOTO HERE</a:t>
            </a:r>
          </a:p>
        </p:txBody>
      </p:sp>
      <p:sp>
        <p:nvSpPr>
          <p:cNvPr id="13" name="Text Placeholder 4"/>
          <p:cNvSpPr>
            <a:spLocks noGrp="1"/>
          </p:cNvSpPr>
          <p:nvPr>
            <p:ph type="body" sz="quarter" idx="15" hasCustomPrompt="1"/>
          </p:nvPr>
        </p:nvSpPr>
        <p:spPr>
          <a:xfrm>
            <a:off x="5973761" y="1916660"/>
            <a:ext cx="5324723" cy="457200"/>
          </a:xfrm>
        </p:spPr>
        <p:txBody>
          <a:bodyPr wrap="none" bIns="0">
            <a:noAutofit/>
          </a:bodyPr>
          <a:lstStyle>
            <a:lvl1pPr marL="0" indent="0">
              <a:spcBef>
                <a:spcPts val="288"/>
              </a:spcBef>
              <a:buNone/>
              <a:defRPr sz="900" b="1" i="1" cap="none" spc="100" baseline="0">
                <a:solidFill>
                  <a:schemeClr val="tx1"/>
                </a:solidFill>
              </a:defRPr>
            </a:lvl1pPr>
          </a:lstStyle>
          <a:p>
            <a:pPr lvl="0"/>
            <a:r>
              <a:rPr lang="en-US" dirty="0"/>
              <a:t>Please put title here</a:t>
            </a:r>
          </a:p>
        </p:txBody>
      </p:sp>
      <p:sp>
        <p:nvSpPr>
          <p:cNvPr id="15" name="Slide Number Placeholder 1"/>
          <p:cNvSpPr>
            <a:spLocks noGrp="1"/>
          </p:cNvSpPr>
          <p:nvPr>
            <p:ph type="sldNum" sz="quarter" idx="4"/>
          </p:nvPr>
        </p:nvSpPr>
        <p:spPr>
          <a:xfrm>
            <a:off x="9884588" y="6435520"/>
            <a:ext cx="1831163" cy="422483"/>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235783221"/>
      </p:ext>
    </p:extLst>
  </p:cSld>
  <p:clrMapOvr>
    <a:masterClrMapping/>
  </p:clrMapOvr>
  <p:extLst>
    <p:ext uri="{DCECCB84-F9BA-43D5-87BE-67443E8EF086}">
      <p15:sldGuideLst xmlns:p15="http://schemas.microsoft.com/office/powerpoint/2012/main">
        <p15:guide id="1" pos="3200" userDrawn="1">
          <p15:clr>
            <a:srgbClr val="FBAE40"/>
          </p15:clr>
        </p15:guide>
        <p15:guide id="2" orient="horz" pos="152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on Color Canvas">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dirty="0"/>
              <a:t>Please Add Slide Headline Here</a:t>
            </a:r>
          </a:p>
        </p:txBody>
      </p:sp>
      <p:sp>
        <p:nvSpPr>
          <p:cNvPr id="6" name="Content Placeholder 5"/>
          <p:cNvSpPr>
            <a:spLocks noGrp="1"/>
          </p:cNvSpPr>
          <p:nvPr>
            <p:ph sz="quarter" idx="10" hasCustomPrompt="1"/>
          </p:nvPr>
        </p:nvSpPr>
        <p:spPr>
          <a:xfrm>
            <a:off x="476253" y="1439334"/>
            <a:ext cx="11239500" cy="4529667"/>
          </a:xfrm>
        </p:spPr>
        <p:txBody>
          <a:bodyPr/>
          <a:lstStyle>
            <a:lvl1pPr marL="171450" marR="0" indent="-171450" algn="l" defTabSz="914400" rtl="0" eaLnBrk="1" fontAlgn="auto" latinLnBrk="0" hangingPunct="1">
              <a:lnSpc>
                <a:spcPts val="1600"/>
              </a:lnSpc>
              <a:spcBef>
                <a:spcPts val="264"/>
              </a:spcBef>
              <a:spcAft>
                <a:spcPts val="300"/>
              </a:spcAft>
              <a:buClrTx/>
              <a:buSzTx/>
              <a:buFont typeface="Arial" panose="020B0604020202020204" pitchFamily="34" charset="0"/>
              <a:buChar char="•"/>
              <a:tabLst/>
              <a:defRPr>
                <a:solidFill>
                  <a:schemeClr val="bg1"/>
                </a:solidFill>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marL="171450" marR="0" lvl="0" indent="-171450" algn="l" defTabSz="914400" rtl="0" eaLnBrk="1" fontAlgn="auto" latinLnBrk="0" hangingPunct="1">
              <a:lnSpc>
                <a:spcPts val="1600"/>
              </a:lnSpc>
              <a:spcBef>
                <a:spcPts val="264"/>
              </a:spcBef>
              <a:spcAft>
                <a:spcPts val="300"/>
              </a:spcAft>
              <a:buClrTx/>
              <a:buSzTx/>
              <a:tabLst/>
              <a:defRPr/>
            </a:pPr>
            <a:r>
              <a:rPr lang="en-US" sz="1100" dirty="0">
                <a:latin typeface="+mj-lt"/>
              </a:rPr>
              <a:t>In </a:t>
            </a:r>
            <a:r>
              <a:rPr lang="en-US" sz="1100" dirty="0" err="1">
                <a:latin typeface="+mj-lt"/>
              </a:rPr>
              <a:t>egestas</a:t>
            </a:r>
            <a:r>
              <a:rPr lang="en-US" sz="1100" dirty="0">
                <a:latin typeface="+mj-lt"/>
              </a:rPr>
              <a:t> </a:t>
            </a:r>
            <a:r>
              <a:rPr lang="en-US" sz="1100" dirty="0" err="1">
                <a:latin typeface="+mj-lt"/>
              </a:rPr>
              <a:t>orci</a:t>
            </a:r>
            <a:r>
              <a:rPr lang="en-US" sz="1100" dirty="0">
                <a:latin typeface="+mj-lt"/>
              </a:rPr>
              <a:t> </a:t>
            </a:r>
            <a:r>
              <a:rPr lang="en-US" sz="1100" dirty="0" err="1">
                <a:latin typeface="+mj-lt"/>
              </a:rPr>
              <a:t>eu</a:t>
            </a:r>
            <a:r>
              <a:rPr lang="en-US" sz="1100" dirty="0">
                <a:latin typeface="+mj-lt"/>
              </a:rPr>
              <a:t> </a:t>
            </a:r>
            <a:r>
              <a:rPr lang="en-US" sz="1100" dirty="0" err="1">
                <a:latin typeface="+mj-lt"/>
              </a:rPr>
              <a:t>lacinia</a:t>
            </a:r>
            <a:r>
              <a:rPr lang="en-US" sz="1100" dirty="0">
                <a:latin typeface="+mj-lt"/>
              </a:rPr>
              <a:t> </a:t>
            </a:r>
            <a:r>
              <a:rPr lang="en-US" sz="1100" dirty="0" err="1">
                <a:latin typeface="+mj-lt"/>
              </a:rPr>
              <a:t>consectetur</a:t>
            </a:r>
            <a:r>
              <a:rPr lang="en-US" sz="1100" dirty="0">
                <a:latin typeface="+mj-lt"/>
              </a:rPr>
              <a:t>. In dolor ipsum, gravida et </a:t>
            </a:r>
            <a:r>
              <a:rPr lang="en-US" sz="1100" dirty="0" err="1">
                <a:latin typeface="+mj-lt"/>
              </a:rPr>
              <a:t>sagittis</a:t>
            </a:r>
            <a:r>
              <a:rPr lang="en-US" sz="1100" dirty="0">
                <a:latin typeface="+mj-lt"/>
              </a:rPr>
              <a:t> id, </a:t>
            </a:r>
            <a:r>
              <a:rPr lang="en-US" sz="1100" dirty="0" err="1">
                <a:latin typeface="+mj-lt"/>
              </a:rPr>
              <a:t>sollicitudin</a:t>
            </a:r>
            <a:r>
              <a:rPr lang="en-US" sz="1100" dirty="0">
                <a:latin typeface="+mj-lt"/>
              </a:rPr>
              <a:t> </a:t>
            </a:r>
            <a:r>
              <a:rPr lang="en-US" sz="1100" dirty="0" err="1">
                <a:latin typeface="+mj-lt"/>
              </a:rPr>
              <a:t>ut</a:t>
            </a:r>
            <a:r>
              <a:rPr lang="en-US" sz="1100" dirty="0">
                <a:latin typeface="+mj-lt"/>
              </a:rPr>
              <a:t> </a:t>
            </a:r>
            <a:r>
              <a:rPr lang="en-US" sz="1100" dirty="0" err="1">
                <a:latin typeface="+mj-lt"/>
              </a:rPr>
              <a:t>nisl</a:t>
            </a:r>
            <a:r>
              <a:rPr lang="en-US" sz="1100" dirty="0">
                <a:latin typeface="+mj-lt"/>
              </a:rPr>
              <a:t>. </a:t>
            </a:r>
            <a:r>
              <a:rPr lang="en-US" sz="1100" dirty="0" err="1">
                <a:latin typeface="+mj-lt"/>
              </a:rPr>
              <a:t>Praesent</a:t>
            </a:r>
            <a:r>
              <a:rPr lang="en-US" sz="1100" dirty="0">
                <a:latin typeface="+mj-lt"/>
              </a:rPr>
              <a:t> </a:t>
            </a:r>
            <a:r>
              <a:rPr lang="en-US" sz="1100" dirty="0" err="1">
                <a:latin typeface="+mj-lt"/>
              </a:rPr>
              <a:t>bibendum</a:t>
            </a:r>
            <a:r>
              <a:rPr lang="en-US" sz="1100" dirty="0">
                <a:latin typeface="+mj-lt"/>
              </a:rPr>
              <a:t> tempus </a:t>
            </a:r>
            <a:r>
              <a:rPr lang="en-US" sz="1100" dirty="0" err="1">
                <a:latin typeface="+mj-lt"/>
              </a:rPr>
              <a:t>tellus</a:t>
            </a:r>
            <a:r>
              <a:rPr lang="en-US" sz="1100" dirty="0">
                <a:latin typeface="+mj-lt"/>
              </a:rPr>
              <a:t> </a:t>
            </a:r>
            <a:r>
              <a:rPr lang="en-US" sz="1100" dirty="0" err="1">
                <a:latin typeface="+mj-lt"/>
              </a:rPr>
              <a:t>nec</a:t>
            </a:r>
            <a:r>
              <a:rPr lang="en-US" sz="1100" dirty="0">
                <a:latin typeface="+mj-lt"/>
              </a:rPr>
              <a:t> </a:t>
            </a:r>
            <a:r>
              <a:rPr lang="en-US" sz="1100" dirty="0" err="1">
                <a:latin typeface="+mj-lt"/>
              </a:rPr>
              <a:t>hendrerit</a:t>
            </a:r>
            <a:r>
              <a:rPr lang="en-US" sz="1100" dirty="0">
                <a:latin typeface="+mj-lt"/>
              </a:rPr>
              <a:t>. Nam in </a:t>
            </a:r>
            <a:r>
              <a:rPr lang="en-US" sz="1100" dirty="0" err="1">
                <a:latin typeface="+mj-lt"/>
              </a:rPr>
              <a:t>tempor</a:t>
            </a:r>
            <a:r>
              <a:rPr lang="en-US" sz="1100" dirty="0">
                <a:latin typeface="+mj-lt"/>
              </a:rPr>
              <a:t> </a:t>
            </a:r>
            <a:r>
              <a:rPr lang="en-US" sz="1100" dirty="0" err="1">
                <a:latin typeface="+mj-lt"/>
              </a:rPr>
              <a:t>metus</a:t>
            </a:r>
            <a:r>
              <a:rPr lang="en-US" sz="1100" dirty="0">
                <a:latin typeface="+mj-lt"/>
              </a:rPr>
              <a:t>, ac </a:t>
            </a:r>
            <a:r>
              <a:rPr lang="en-US" sz="1100" dirty="0" err="1">
                <a:latin typeface="+mj-lt"/>
              </a:rPr>
              <a:t>finibus</a:t>
            </a:r>
            <a:r>
              <a:rPr lang="en-US" sz="1100" dirty="0">
                <a:latin typeface="+mj-lt"/>
              </a:rPr>
              <a:t> </a:t>
            </a:r>
            <a:r>
              <a:rPr lang="en-US" sz="1100" dirty="0" err="1">
                <a:latin typeface="+mj-lt"/>
              </a:rPr>
              <a:t>purus</a:t>
            </a:r>
            <a:r>
              <a:rPr lang="en-US" sz="1100" dirty="0">
                <a:latin typeface="+mj-lt"/>
              </a:rPr>
              <a:t>. </a:t>
            </a:r>
            <a:r>
              <a:rPr lang="en-US" sz="1100" dirty="0" err="1">
                <a:latin typeface="+mj-lt"/>
              </a:rPr>
              <a:t>Praesent</a:t>
            </a:r>
            <a:r>
              <a:rPr lang="en-US" sz="1100" dirty="0">
                <a:latin typeface="+mj-lt"/>
              </a:rPr>
              <a:t> </a:t>
            </a:r>
            <a:r>
              <a:rPr lang="en-US" sz="1100" dirty="0" err="1">
                <a:latin typeface="+mj-lt"/>
              </a:rPr>
              <a:t>consequat</a:t>
            </a:r>
            <a:r>
              <a:rPr lang="en-US" sz="1100" dirty="0">
                <a:latin typeface="+mj-lt"/>
              </a:rPr>
              <a:t> </a:t>
            </a:r>
            <a:r>
              <a:rPr lang="en-US" sz="1100" dirty="0" err="1">
                <a:latin typeface="+mj-lt"/>
              </a:rPr>
              <a:t>lectus</a:t>
            </a:r>
            <a:r>
              <a:rPr lang="en-US" sz="1100" dirty="0">
                <a:latin typeface="+mj-lt"/>
              </a:rPr>
              <a:t> sit </a:t>
            </a:r>
            <a:r>
              <a:rPr lang="en-US" sz="1100" dirty="0" err="1">
                <a:latin typeface="+mj-lt"/>
              </a:rPr>
              <a:t>amet</a:t>
            </a:r>
            <a:r>
              <a:rPr lang="en-US" sz="1100" dirty="0">
                <a:latin typeface="+mj-lt"/>
              </a:rPr>
              <a:t> </a:t>
            </a:r>
            <a:r>
              <a:rPr lang="en-US" sz="1100" dirty="0" err="1">
                <a:latin typeface="+mj-lt"/>
              </a:rPr>
              <a:t>tortor</a:t>
            </a:r>
            <a:r>
              <a:rPr lang="en-US" sz="1100" dirty="0">
                <a:latin typeface="+mj-lt"/>
              </a:rPr>
              <a:t> pharetra, </a:t>
            </a:r>
            <a:r>
              <a:rPr lang="en-US" sz="1100" dirty="0" err="1">
                <a:latin typeface="+mj-lt"/>
              </a:rPr>
              <a:t>sed</a:t>
            </a:r>
            <a:r>
              <a:rPr lang="en-US" sz="1100" dirty="0">
                <a:latin typeface="+mj-lt"/>
              </a:rPr>
              <a:t> </a:t>
            </a:r>
            <a:r>
              <a:rPr lang="en-US" sz="1100" dirty="0" err="1">
                <a:latin typeface="+mj-lt"/>
              </a:rPr>
              <a:t>venenatis</a:t>
            </a:r>
            <a:r>
              <a:rPr lang="en-US" sz="1100" dirty="0">
                <a:latin typeface="+mj-lt"/>
              </a:rPr>
              <a:t> </a:t>
            </a:r>
            <a:r>
              <a:rPr lang="en-US" sz="1100" dirty="0" err="1">
                <a:latin typeface="+mj-lt"/>
              </a:rPr>
              <a:t>eros</a:t>
            </a:r>
            <a:r>
              <a:rPr lang="en-US" sz="1100" dirty="0">
                <a:latin typeface="+mj-lt"/>
              </a:rPr>
              <a:t> </a:t>
            </a:r>
            <a:r>
              <a:rPr lang="en-US" sz="1100" dirty="0" err="1">
                <a:latin typeface="+mj-lt"/>
              </a:rPr>
              <a:t>lacinia</a:t>
            </a:r>
            <a:r>
              <a:rPr lang="en-US" sz="1100" dirty="0">
                <a:latin typeface="+mj-lt"/>
              </a:rPr>
              <a:t>. In </a:t>
            </a:r>
            <a:r>
              <a:rPr lang="en-US" sz="1100" dirty="0" err="1">
                <a:latin typeface="+mj-lt"/>
              </a:rPr>
              <a:t>sed</a:t>
            </a:r>
            <a:r>
              <a:rPr lang="en-US" sz="1100" dirty="0">
                <a:latin typeface="+mj-lt"/>
              </a:rPr>
              <a:t> </a:t>
            </a:r>
            <a:r>
              <a:rPr lang="en-US" sz="1100" dirty="0" err="1">
                <a:latin typeface="+mj-lt"/>
              </a:rPr>
              <a:t>erat</a:t>
            </a:r>
            <a:r>
              <a:rPr lang="en-US" sz="1100" dirty="0">
                <a:latin typeface="+mj-lt"/>
              </a:rPr>
              <a:t> libero. </a:t>
            </a:r>
            <a:r>
              <a:rPr lang="en-US" sz="1100" dirty="0" err="1">
                <a:latin typeface="+mj-lt"/>
              </a:rPr>
              <a:t>Sed</a:t>
            </a:r>
            <a:r>
              <a:rPr lang="en-US" sz="1100" dirty="0">
                <a:latin typeface="+mj-lt"/>
              </a:rPr>
              <a:t> lorem </a:t>
            </a:r>
            <a:r>
              <a:rPr lang="en-US" sz="1100" dirty="0" err="1">
                <a:latin typeface="+mj-lt"/>
              </a:rPr>
              <a:t>neque</a:t>
            </a:r>
            <a:r>
              <a:rPr lang="en-US" sz="1100" dirty="0">
                <a:latin typeface="+mj-lt"/>
              </a:rPr>
              <a:t>, </a:t>
            </a:r>
            <a:r>
              <a:rPr lang="en-US" sz="1100" dirty="0" err="1">
                <a:latin typeface="+mj-lt"/>
              </a:rPr>
              <a:t>commodo</a:t>
            </a:r>
            <a:r>
              <a:rPr lang="en-US" sz="1100" dirty="0">
                <a:latin typeface="+mj-lt"/>
              </a:rPr>
              <a:t> vitae ex at, pharetra convallis </a:t>
            </a:r>
            <a:r>
              <a:rPr lang="en-US" sz="1100" dirty="0" err="1">
                <a:latin typeface="+mj-lt"/>
              </a:rPr>
              <a:t>nunc</a:t>
            </a:r>
            <a:r>
              <a:rPr lang="en-US" sz="1100" dirty="0">
                <a:latin typeface="+mj-lt"/>
              </a:rPr>
              <a:t>. In </a:t>
            </a:r>
            <a:r>
              <a:rPr lang="en-US" sz="1100" dirty="0" err="1">
                <a:latin typeface="+mj-lt"/>
              </a:rPr>
              <a:t>vehicula</a:t>
            </a:r>
            <a:r>
              <a:rPr lang="en-US" sz="1100" dirty="0">
                <a:latin typeface="+mj-lt"/>
              </a:rPr>
              <a:t> </a:t>
            </a:r>
            <a:r>
              <a:rPr lang="en-US" sz="1100" dirty="0" err="1">
                <a:latin typeface="+mj-lt"/>
              </a:rPr>
              <a:t>mauris</a:t>
            </a:r>
            <a:r>
              <a:rPr lang="en-US" sz="1100" dirty="0">
                <a:latin typeface="+mj-lt"/>
              </a:rPr>
              <a:t> ligula. </a:t>
            </a:r>
            <a:r>
              <a:rPr lang="en-US" sz="1100" dirty="0" err="1">
                <a:latin typeface="+mj-lt"/>
              </a:rPr>
              <a:t>Suspendisse</a:t>
            </a:r>
            <a:r>
              <a:rPr lang="en-US" sz="1100" dirty="0">
                <a:latin typeface="+mj-lt"/>
              </a:rPr>
              <a:t> in </a:t>
            </a:r>
            <a:r>
              <a:rPr lang="en-US" sz="1100" dirty="0" err="1">
                <a:latin typeface="+mj-lt"/>
              </a:rPr>
              <a:t>tellus</a:t>
            </a:r>
            <a:r>
              <a:rPr lang="en-US" sz="1100" dirty="0">
                <a:latin typeface="+mj-lt"/>
              </a:rPr>
              <a:t> </a:t>
            </a:r>
            <a:r>
              <a:rPr lang="en-US" sz="1100" dirty="0" err="1">
                <a:latin typeface="+mj-lt"/>
              </a:rPr>
              <a:t>congue</a:t>
            </a:r>
            <a:r>
              <a:rPr lang="en-US" sz="1100" dirty="0">
                <a:latin typeface="+mj-lt"/>
              </a:rPr>
              <a:t> </a:t>
            </a:r>
            <a:r>
              <a:rPr lang="en-US" sz="1100" dirty="0" err="1">
                <a:latin typeface="+mj-lt"/>
              </a:rPr>
              <a:t>odio</a:t>
            </a:r>
            <a:r>
              <a:rPr lang="en-US" sz="1100" dirty="0">
                <a:latin typeface="+mj-lt"/>
              </a:rPr>
              <a:t> pharetra </a:t>
            </a:r>
            <a:r>
              <a:rPr lang="en-US" sz="1100" dirty="0" err="1">
                <a:latin typeface="+mj-lt"/>
              </a:rPr>
              <a:t>finibus</a:t>
            </a:r>
            <a:r>
              <a:rPr lang="en-US" sz="1100" dirty="0">
                <a:latin typeface="+mj-lt"/>
              </a:rPr>
              <a:t>. Nam </a:t>
            </a:r>
            <a:r>
              <a:rPr lang="en-US" sz="1100" dirty="0" err="1">
                <a:latin typeface="+mj-lt"/>
              </a:rPr>
              <a:t>vel</a:t>
            </a:r>
            <a:r>
              <a:rPr lang="en-US" sz="1100" dirty="0">
                <a:latin typeface="+mj-lt"/>
              </a:rPr>
              <a:t> </a:t>
            </a:r>
            <a:r>
              <a:rPr lang="en-US" sz="1100" dirty="0" err="1">
                <a:latin typeface="+mj-lt"/>
              </a:rPr>
              <a:t>auctor</a:t>
            </a:r>
            <a:r>
              <a:rPr lang="en-US" sz="1100" dirty="0">
                <a:latin typeface="+mj-lt"/>
              </a:rPr>
              <a:t> </a:t>
            </a:r>
            <a:r>
              <a:rPr lang="en-US" sz="1100" dirty="0" err="1">
                <a:latin typeface="+mj-lt"/>
              </a:rPr>
              <a:t>justo</a:t>
            </a:r>
            <a:r>
              <a:rPr lang="en-US" sz="1100" dirty="0">
                <a:latin typeface="+mj-lt"/>
              </a:rPr>
              <a:t>, vitae </a:t>
            </a:r>
            <a:r>
              <a:rPr lang="en-US" sz="1100" dirty="0" err="1">
                <a:latin typeface="+mj-lt"/>
              </a:rPr>
              <a:t>hendrerit</a:t>
            </a:r>
            <a:r>
              <a:rPr lang="en-US" sz="1100" dirty="0">
                <a:latin typeface="+mj-lt"/>
              </a:rPr>
              <a:t> </a:t>
            </a:r>
            <a:r>
              <a:rPr lang="en-US" sz="1100" dirty="0" err="1">
                <a:latin typeface="+mj-lt"/>
              </a:rPr>
              <a:t>orci</a:t>
            </a:r>
            <a:r>
              <a:rPr lang="en-US" sz="1100" dirty="0">
                <a:latin typeface="+mj-lt"/>
              </a:rPr>
              <a:t>. </a:t>
            </a:r>
            <a:r>
              <a:rPr lang="en-US" sz="1100" dirty="0" err="1">
                <a:latin typeface="+mj-lt"/>
              </a:rPr>
              <a:t>Duis</a:t>
            </a:r>
            <a:r>
              <a:rPr lang="en-US" sz="1100" dirty="0">
                <a:latin typeface="+mj-lt"/>
              </a:rPr>
              <a:t> </a:t>
            </a:r>
            <a:r>
              <a:rPr lang="en-US" sz="1100" dirty="0" err="1">
                <a:latin typeface="+mj-lt"/>
              </a:rPr>
              <a:t>nec</a:t>
            </a:r>
            <a:r>
              <a:rPr lang="en-US" sz="1100" dirty="0">
                <a:latin typeface="+mj-lt"/>
              </a:rPr>
              <a:t> </a:t>
            </a:r>
            <a:r>
              <a:rPr lang="en-US" sz="1100" dirty="0" err="1">
                <a:latin typeface="+mj-lt"/>
              </a:rPr>
              <a:t>sapien</a:t>
            </a:r>
            <a:r>
              <a:rPr lang="en-US" sz="1100" dirty="0">
                <a:latin typeface="+mj-lt"/>
              </a:rPr>
              <a:t> </a:t>
            </a:r>
            <a:r>
              <a:rPr lang="en-US" sz="1100" dirty="0" err="1">
                <a:latin typeface="+mj-lt"/>
              </a:rPr>
              <a:t>viverra</a:t>
            </a:r>
            <a:r>
              <a:rPr lang="en-US" sz="1100" dirty="0">
                <a:latin typeface="+mj-lt"/>
              </a:rPr>
              <a:t>, </a:t>
            </a:r>
            <a:r>
              <a:rPr lang="en-US" sz="1100" dirty="0" err="1">
                <a:latin typeface="+mj-lt"/>
              </a:rPr>
              <a:t>bibendum</a:t>
            </a:r>
            <a:r>
              <a:rPr lang="en-US" sz="1100" dirty="0">
                <a:latin typeface="+mj-lt"/>
              </a:rPr>
              <a:t> </a:t>
            </a:r>
            <a:r>
              <a:rPr lang="en-US" sz="1100" dirty="0" err="1">
                <a:latin typeface="+mj-lt"/>
              </a:rPr>
              <a:t>tellus</a:t>
            </a:r>
            <a:r>
              <a:rPr lang="en-US" sz="1100" dirty="0">
                <a:latin typeface="+mj-lt"/>
              </a:rPr>
              <a:t> </a:t>
            </a:r>
            <a:r>
              <a:rPr lang="en-US" sz="1100" dirty="0" err="1">
                <a:latin typeface="+mj-lt"/>
              </a:rPr>
              <a:t>eget</a:t>
            </a:r>
            <a:r>
              <a:rPr lang="en-US" sz="1100" dirty="0">
                <a:latin typeface="+mj-lt"/>
              </a:rPr>
              <a:t>, </a:t>
            </a:r>
            <a:r>
              <a:rPr lang="en-US" sz="1100" dirty="0" err="1">
                <a:latin typeface="+mj-lt"/>
              </a:rPr>
              <a:t>pellentesque</a:t>
            </a:r>
            <a:r>
              <a:rPr lang="en-US" sz="1100" dirty="0">
                <a:latin typeface="+mj-lt"/>
              </a:rPr>
              <a:t> </a:t>
            </a:r>
            <a:r>
              <a:rPr lang="en-US" sz="1100" dirty="0" err="1">
                <a:latin typeface="+mj-lt"/>
              </a:rPr>
              <a:t>massa</a:t>
            </a:r>
            <a:r>
              <a:rPr lang="en-US" sz="1100" dirty="0">
                <a:latin typeface="+mj-lt"/>
              </a:rPr>
              <a:t>. </a:t>
            </a:r>
            <a:r>
              <a:rPr lang="en-US" sz="1100" dirty="0" err="1">
                <a:latin typeface="+mj-lt"/>
              </a:rPr>
              <a:t>Nulla</a:t>
            </a:r>
            <a:r>
              <a:rPr lang="en-US" sz="1100" dirty="0">
                <a:latin typeface="+mj-lt"/>
              </a:rPr>
              <a:t> </a:t>
            </a:r>
            <a:r>
              <a:rPr lang="en-US" sz="1100" dirty="0" err="1">
                <a:latin typeface="+mj-lt"/>
              </a:rPr>
              <a:t>feugiat</a:t>
            </a:r>
            <a:r>
              <a:rPr lang="en-US" sz="1100" dirty="0">
                <a:latin typeface="+mj-lt"/>
              </a:rPr>
              <a:t>, </a:t>
            </a:r>
            <a:r>
              <a:rPr lang="en-US" sz="1100" dirty="0" err="1">
                <a:latin typeface="+mj-lt"/>
              </a:rPr>
              <a:t>turpis</a:t>
            </a:r>
            <a:r>
              <a:rPr lang="en-US" sz="1100" dirty="0">
                <a:latin typeface="+mj-lt"/>
              </a:rPr>
              <a:t> et </a:t>
            </a:r>
            <a:r>
              <a:rPr lang="en-US" sz="1100" dirty="0" err="1">
                <a:latin typeface="+mj-lt"/>
              </a:rPr>
              <a:t>posuere</a:t>
            </a:r>
            <a:r>
              <a:rPr lang="en-US" sz="1100" dirty="0">
                <a:latin typeface="+mj-lt"/>
              </a:rPr>
              <a:t> </a:t>
            </a:r>
            <a:r>
              <a:rPr lang="en-US" sz="1100" dirty="0" err="1">
                <a:latin typeface="+mj-lt"/>
              </a:rPr>
              <a:t>viverra</a:t>
            </a:r>
            <a:r>
              <a:rPr lang="en-US" sz="1100" dirty="0">
                <a:latin typeface="+mj-lt"/>
              </a:rPr>
              <a:t>, ipsum </a:t>
            </a:r>
            <a:r>
              <a:rPr lang="en-US" sz="1100" dirty="0" err="1">
                <a:latin typeface="+mj-lt"/>
              </a:rPr>
              <a:t>sem</a:t>
            </a:r>
            <a:r>
              <a:rPr lang="en-US" sz="1100" dirty="0">
                <a:latin typeface="+mj-lt"/>
              </a:rPr>
              <a:t> </a:t>
            </a:r>
            <a:r>
              <a:rPr lang="en-US" sz="1100" dirty="0" err="1">
                <a:latin typeface="+mj-lt"/>
              </a:rPr>
              <a:t>tincidunt</a:t>
            </a:r>
            <a:r>
              <a:rPr lang="en-US" sz="1100" dirty="0">
                <a:latin typeface="+mj-lt"/>
              </a:rPr>
              <a:t> </a:t>
            </a:r>
            <a:r>
              <a:rPr lang="en-US" sz="1100" dirty="0" err="1">
                <a:latin typeface="+mj-lt"/>
              </a:rPr>
              <a:t>est</a:t>
            </a:r>
            <a:r>
              <a:rPr lang="en-US" sz="1100" dirty="0">
                <a:latin typeface="+mj-lt"/>
              </a:rPr>
              <a:t>, </a:t>
            </a:r>
            <a:r>
              <a:rPr lang="en-US" sz="1100" dirty="0" err="1">
                <a:latin typeface="+mj-lt"/>
              </a:rPr>
              <a:t>finibus</a:t>
            </a:r>
            <a:r>
              <a:rPr lang="en-US" sz="1100" dirty="0">
                <a:latin typeface="+mj-lt"/>
              </a:rPr>
              <a:t> </a:t>
            </a:r>
            <a:r>
              <a:rPr lang="en-US" sz="1100" dirty="0" err="1">
                <a:latin typeface="+mj-lt"/>
              </a:rPr>
              <a:t>tempor</a:t>
            </a:r>
            <a:r>
              <a:rPr lang="en-US" sz="1100" dirty="0">
                <a:latin typeface="+mj-lt"/>
              </a:rPr>
              <a:t> </a:t>
            </a:r>
            <a:r>
              <a:rPr lang="en-US" sz="1100" dirty="0" err="1">
                <a:latin typeface="+mj-lt"/>
              </a:rPr>
              <a:t>nibh</a:t>
            </a:r>
            <a:r>
              <a:rPr lang="en-US" sz="1100" dirty="0">
                <a:latin typeface="+mj-lt"/>
              </a:rPr>
              <a:t> ante semper diam. </a:t>
            </a:r>
            <a:r>
              <a:rPr lang="en-US" sz="1100" dirty="0" err="1">
                <a:latin typeface="+mj-lt"/>
              </a:rPr>
              <a:t>Nullam</a:t>
            </a:r>
            <a:r>
              <a:rPr lang="en-US" sz="1100" dirty="0">
                <a:latin typeface="+mj-lt"/>
              </a:rPr>
              <a:t> </a:t>
            </a:r>
            <a:r>
              <a:rPr lang="en-US" sz="1100" dirty="0" err="1">
                <a:latin typeface="+mj-lt"/>
              </a:rPr>
              <a:t>quis</a:t>
            </a:r>
            <a:r>
              <a:rPr lang="en-US" sz="1100" dirty="0">
                <a:latin typeface="+mj-lt"/>
              </a:rPr>
              <a:t> </a:t>
            </a:r>
            <a:r>
              <a:rPr lang="en-US" sz="1100" dirty="0" err="1">
                <a:latin typeface="+mj-lt"/>
              </a:rPr>
              <a:t>euismod</a:t>
            </a:r>
            <a:r>
              <a:rPr lang="en-US" sz="1100" dirty="0">
                <a:latin typeface="+mj-lt"/>
              </a:rPr>
              <a:t> </a:t>
            </a:r>
            <a:r>
              <a:rPr lang="en-US" sz="1100" dirty="0" err="1">
                <a:latin typeface="+mj-lt"/>
              </a:rPr>
              <a:t>neque</a:t>
            </a:r>
            <a:r>
              <a:rPr lang="en-US" sz="1100" dirty="0">
                <a:latin typeface="+mj-lt"/>
              </a:rPr>
              <a:t>, </a:t>
            </a:r>
            <a:r>
              <a:rPr lang="en-US" sz="1100" dirty="0" err="1">
                <a:latin typeface="+mj-lt"/>
              </a:rPr>
              <a:t>nec</a:t>
            </a:r>
            <a:r>
              <a:rPr lang="en-US" sz="1100" dirty="0">
                <a:latin typeface="+mj-lt"/>
              </a:rPr>
              <a:t> </a:t>
            </a:r>
            <a:r>
              <a:rPr lang="en-US" sz="1100" dirty="0" err="1">
                <a:latin typeface="+mj-lt"/>
              </a:rPr>
              <a:t>facilisis</a:t>
            </a:r>
            <a:r>
              <a:rPr lang="en-US" sz="1100" dirty="0">
                <a:latin typeface="+mj-lt"/>
              </a:rPr>
              <a:t> sem. </a:t>
            </a:r>
            <a:r>
              <a:rPr lang="en-US" sz="1100" dirty="0" err="1">
                <a:latin typeface="+mj-lt"/>
              </a:rPr>
              <a:t>Morbi</a:t>
            </a:r>
            <a:r>
              <a:rPr lang="en-US" sz="1100" dirty="0">
                <a:latin typeface="+mj-lt"/>
              </a:rPr>
              <a:t> </a:t>
            </a:r>
            <a:r>
              <a:rPr lang="en-US" sz="1100" dirty="0" err="1">
                <a:latin typeface="+mj-lt"/>
              </a:rPr>
              <a:t>egestas</a:t>
            </a:r>
            <a:r>
              <a:rPr lang="en-US" sz="1100" dirty="0">
                <a:latin typeface="+mj-lt"/>
              </a:rPr>
              <a:t> </a:t>
            </a:r>
            <a:r>
              <a:rPr lang="en-US" sz="1100" dirty="0" err="1">
                <a:latin typeface="+mj-lt"/>
              </a:rPr>
              <a:t>iaculis</a:t>
            </a:r>
            <a:r>
              <a:rPr lang="en-US" sz="1100" dirty="0">
                <a:latin typeface="+mj-lt"/>
              </a:rPr>
              <a:t> </a:t>
            </a:r>
            <a:r>
              <a:rPr lang="en-US" sz="1100" dirty="0" err="1">
                <a:latin typeface="+mj-lt"/>
              </a:rPr>
              <a:t>dignissim</a:t>
            </a:r>
            <a:r>
              <a:rPr lang="en-US" sz="1100" dirty="0">
                <a:latin typeface="+mj-lt"/>
              </a:rPr>
              <a:t>. In </a:t>
            </a:r>
            <a:r>
              <a:rPr lang="en-US" sz="1100" dirty="0" err="1">
                <a:latin typeface="+mj-lt"/>
              </a:rPr>
              <a:t>accumsan</a:t>
            </a:r>
            <a:r>
              <a:rPr lang="en-US" sz="1100" dirty="0">
                <a:latin typeface="+mj-lt"/>
              </a:rPr>
              <a:t> </a:t>
            </a:r>
            <a:r>
              <a:rPr lang="en-US" sz="1100" dirty="0" err="1">
                <a:latin typeface="+mj-lt"/>
              </a:rPr>
              <a:t>tortor</a:t>
            </a:r>
            <a:r>
              <a:rPr lang="en-US" sz="1100" dirty="0">
                <a:latin typeface="+mj-lt"/>
              </a:rPr>
              <a:t> </a:t>
            </a:r>
            <a:r>
              <a:rPr lang="en-US" sz="1100" dirty="0" err="1">
                <a:latin typeface="+mj-lt"/>
              </a:rPr>
              <a:t>elit</a:t>
            </a:r>
            <a:r>
              <a:rPr lang="en-US" sz="1100" dirty="0">
                <a:latin typeface="+mj-lt"/>
              </a:rPr>
              <a:t>, non </a:t>
            </a:r>
            <a:r>
              <a:rPr lang="en-US" sz="1100" dirty="0" err="1">
                <a:latin typeface="+mj-lt"/>
              </a:rPr>
              <a:t>euismod</a:t>
            </a:r>
            <a:r>
              <a:rPr lang="en-US" sz="1100" dirty="0">
                <a:latin typeface="+mj-lt"/>
              </a:rPr>
              <a:t> </a:t>
            </a:r>
            <a:r>
              <a:rPr lang="en-US" sz="1100" dirty="0" err="1">
                <a:latin typeface="+mj-lt"/>
              </a:rPr>
              <a:t>eros</a:t>
            </a:r>
            <a:r>
              <a:rPr lang="en-US" sz="1100" dirty="0">
                <a:latin typeface="+mj-lt"/>
              </a:rPr>
              <a:t> </a:t>
            </a:r>
            <a:r>
              <a:rPr lang="en-US" sz="1100" dirty="0" err="1">
                <a:latin typeface="+mj-lt"/>
              </a:rPr>
              <a:t>accumsan</a:t>
            </a:r>
            <a:r>
              <a:rPr lang="en-US" sz="1100" dirty="0">
                <a:latin typeface="+mj-lt"/>
              </a:rPr>
              <a:t> ac. </a:t>
            </a:r>
            <a:r>
              <a:rPr lang="en-US" sz="1100" dirty="0" err="1">
                <a:latin typeface="+mj-lt"/>
              </a:rPr>
              <a:t>Sed</a:t>
            </a:r>
            <a:r>
              <a:rPr lang="en-US" sz="1100" dirty="0">
                <a:latin typeface="+mj-lt"/>
              </a:rPr>
              <a:t> </a:t>
            </a:r>
            <a:r>
              <a:rPr lang="en-US" sz="1100" dirty="0" err="1">
                <a:latin typeface="+mj-lt"/>
              </a:rPr>
              <a:t>ultrices</a:t>
            </a:r>
            <a:r>
              <a:rPr lang="en-US" sz="1100" dirty="0">
                <a:latin typeface="+mj-lt"/>
              </a:rPr>
              <a:t> mi lorem, </a:t>
            </a:r>
            <a:r>
              <a:rPr lang="en-US" sz="1100" dirty="0" err="1">
                <a:latin typeface="+mj-lt"/>
              </a:rPr>
              <a:t>ut</a:t>
            </a:r>
            <a:r>
              <a:rPr lang="en-US" sz="1100" dirty="0">
                <a:latin typeface="+mj-lt"/>
              </a:rPr>
              <a:t> </a:t>
            </a:r>
            <a:r>
              <a:rPr lang="en-US" sz="1100" dirty="0" err="1">
                <a:latin typeface="+mj-lt"/>
              </a:rPr>
              <a:t>dignissim</a:t>
            </a:r>
            <a:r>
              <a:rPr lang="en-US" sz="1100" dirty="0">
                <a:latin typeface="+mj-lt"/>
              </a:rPr>
              <a:t> </a:t>
            </a:r>
            <a:r>
              <a:rPr lang="en-US" sz="1100" dirty="0" err="1">
                <a:latin typeface="+mj-lt"/>
              </a:rPr>
              <a:t>nibh</a:t>
            </a:r>
            <a:r>
              <a:rPr lang="en-US" sz="1100" dirty="0">
                <a:latin typeface="+mj-lt"/>
              </a:rPr>
              <a:t> </a:t>
            </a:r>
            <a:r>
              <a:rPr lang="en-US" sz="1100" dirty="0" err="1">
                <a:latin typeface="+mj-lt"/>
              </a:rPr>
              <a:t>facilisis</a:t>
            </a:r>
            <a:r>
              <a:rPr lang="en-US" sz="1100" dirty="0">
                <a:latin typeface="+mj-lt"/>
              </a:rPr>
              <a:t> vel.</a:t>
            </a:r>
          </a:p>
        </p:txBody>
      </p:sp>
      <p:cxnSp>
        <p:nvCxnSpPr>
          <p:cNvPr id="4" name="Straight Connector 3"/>
          <p:cNvCxnSpPr/>
          <p:nvPr/>
        </p:nvCxnSpPr>
        <p:spPr>
          <a:xfrm>
            <a:off x="392546" y="955249"/>
            <a:ext cx="1140690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7" name="Slide Number Placeholder 1"/>
          <p:cNvSpPr>
            <a:spLocks noGrp="1"/>
          </p:cNvSpPr>
          <p:nvPr>
            <p:ph type="sldNum" sz="quarter" idx="4"/>
          </p:nvPr>
        </p:nvSpPr>
        <p:spPr>
          <a:xfrm>
            <a:off x="9884588" y="6435520"/>
            <a:ext cx="1831163" cy="422483"/>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41257528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on Color Canvas">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dirty="0"/>
              <a:t>Please Add Slide Headline Here</a:t>
            </a:r>
          </a:p>
        </p:txBody>
      </p:sp>
      <p:sp>
        <p:nvSpPr>
          <p:cNvPr id="3" name="Content Placeholder 5"/>
          <p:cNvSpPr>
            <a:spLocks noGrp="1"/>
          </p:cNvSpPr>
          <p:nvPr>
            <p:ph sz="quarter" idx="10" hasCustomPrompt="1"/>
          </p:nvPr>
        </p:nvSpPr>
        <p:spPr>
          <a:xfrm>
            <a:off x="476254" y="1896534"/>
            <a:ext cx="5314948" cy="4072467"/>
          </a:xfrm>
        </p:spPr>
        <p:txBody>
          <a:bodyPr/>
          <a:lstStyle>
            <a:lvl1pPr>
              <a:defRPr>
                <a:solidFill>
                  <a:schemeClr val="bg1"/>
                </a:solidFill>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5" name="Text Placeholder 4"/>
          <p:cNvSpPr>
            <a:spLocks noGrp="1"/>
          </p:cNvSpPr>
          <p:nvPr>
            <p:ph type="body" sz="quarter" idx="11" hasCustomPrompt="1"/>
          </p:nvPr>
        </p:nvSpPr>
        <p:spPr>
          <a:xfrm>
            <a:off x="476252" y="1439333"/>
            <a:ext cx="5314949" cy="457200"/>
          </a:xfrm>
        </p:spPr>
        <p:txBody>
          <a:bodyPr wrap="none" bIns="0">
            <a:noAutofit/>
          </a:bodyPr>
          <a:lstStyle>
            <a:lvl1pPr marL="0" indent="0">
              <a:spcBef>
                <a:spcPts val="288"/>
              </a:spcBef>
              <a:buNone/>
              <a:defRPr sz="1200" b="1" i="0" cap="all" spc="200" baseline="0">
                <a:solidFill>
                  <a:schemeClr val="bg1"/>
                </a:solidFill>
              </a:defRPr>
            </a:lvl1pPr>
          </a:lstStyle>
          <a:p>
            <a:pPr lvl="0"/>
            <a:r>
              <a:rPr lang="en-US" dirty="0"/>
              <a:t>Highlight goes here</a:t>
            </a:r>
          </a:p>
        </p:txBody>
      </p:sp>
      <p:sp>
        <p:nvSpPr>
          <p:cNvPr id="6" name="Content Placeholder 5"/>
          <p:cNvSpPr>
            <a:spLocks noGrp="1"/>
          </p:cNvSpPr>
          <p:nvPr>
            <p:ph sz="quarter" idx="12" hasCustomPrompt="1"/>
          </p:nvPr>
        </p:nvSpPr>
        <p:spPr>
          <a:xfrm>
            <a:off x="6400801" y="1896534"/>
            <a:ext cx="5324476" cy="4072467"/>
          </a:xfrm>
        </p:spPr>
        <p:txBody>
          <a:bodyPr/>
          <a:lstStyle>
            <a:lvl1pPr>
              <a:defRPr>
                <a:solidFill>
                  <a:schemeClr val="bg1"/>
                </a:solidFill>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7" name="Text Placeholder 4"/>
          <p:cNvSpPr>
            <a:spLocks noGrp="1"/>
          </p:cNvSpPr>
          <p:nvPr>
            <p:ph type="body" sz="quarter" idx="13" hasCustomPrompt="1"/>
          </p:nvPr>
        </p:nvSpPr>
        <p:spPr>
          <a:xfrm>
            <a:off x="6400799" y="1439333"/>
            <a:ext cx="5314952" cy="457200"/>
          </a:xfrm>
        </p:spPr>
        <p:txBody>
          <a:bodyPr wrap="none" bIns="0">
            <a:noAutofit/>
          </a:bodyPr>
          <a:lstStyle>
            <a:lvl1pPr marL="0" indent="0">
              <a:spcBef>
                <a:spcPts val="288"/>
              </a:spcBef>
              <a:buNone/>
              <a:defRPr sz="1200" b="1" i="0" cap="all" spc="200" baseline="0">
                <a:solidFill>
                  <a:schemeClr val="bg1"/>
                </a:solidFill>
              </a:defRPr>
            </a:lvl1pPr>
          </a:lstStyle>
          <a:p>
            <a:pPr lvl="0"/>
            <a:r>
              <a:rPr lang="en-US" dirty="0"/>
              <a:t>OTHER Highlight goes here</a:t>
            </a:r>
          </a:p>
        </p:txBody>
      </p:sp>
      <p:cxnSp>
        <p:nvCxnSpPr>
          <p:cNvPr id="8" name="Straight Connector 7"/>
          <p:cNvCxnSpPr/>
          <p:nvPr/>
        </p:nvCxnSpPr>
        <p:spPr>
          <a:xfrm>
            <a:off x="392546" y="955249"/>
            <a:ext cx="1140690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9884588" y="6435520"/>
            <a:ext cx="1831163" cy="422483"/>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5836959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ree Content on Color Canvas">
    <p:bg>
      <p:bgPr>
        <a:solidFill>
          <a:schemeClr val="accent6"/>
        </a:solidFill>
        <a:effectLst/>
      </p:bgPr>
    </p:bg>
    <p:spTree>
      <p:nvGrpSpPr>
        <p:cNvPr id="1" name=""/>
        <p:cNvGrpSpPr/>
        <p:nvPr/>
      </p:nvGrpSpPr>
      <p:grpSpPr>
        <a:xfrm>
          <a:off x="0" y="0"/>
          <a:ext cx="0" cy="0"/>
          <a:chOff x="0" y="0"/>
          <a:chExt cx="0" cy="0"/>
        </a:xfrm>
      </p:grpSpPr>
      <p:sp>
        <p:nvSpPr>
          <p:cNvPr id="15" name="Content Placeholder 14"/>
          <p:cNvSpPr>
            <a:spLocks noGrp="1"/>
          </p:cNvSpPr>
          <p:nvPr>
            <p:ph sz="quarter" idx="16" hasCustomPrompt="1"/>
          </p:nvPr>
        </p:nvSpPr>
        <p:spPr>
          <a:xfrm>
            <a:off x="1502900" y="1651445"/>
            <a:ext cx="3072384" cy="3871384"/>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p>
          <a:p>
            <a:pPr lvl="0"/>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p:txBody>
      </p:sp>
      <p:sp>
        <p:nvSpPr>
          <p:cNvPr id="5" name="Title Placeholder 3"/>
          <p:cNvSpPr>
            <a:spLocks noGrp="1"/>
          </p:cNvSpPr>
          <p:nvPr>
            <p:ph type="body" sz="quarter" idx="11" hasCustomPrompt="1"/>
          </p:nvPr>
        </p:nvSpPr>
        <p:spPr>
          <a:xfrm>
            <a:off x="7647668" y="1066229"/>
            <a:ext cx="3072384" cy="585216"/>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dirty="0"/>
              <a:t>ADD TITILE HERE</a:t>
            </a:r>
          </a:p>
        </p:txBody>
      </p:sp>
      <p:sp>
        <p:nvSpPr>
          <p:cNvPr id="4" name="Title Placeholder 2"/>
          <p:cNvSpPr>
            <a:spLocks noGrp="1"/>
          </p:cNvSpPr>
          <p:nvPr>
            <p:ph type="body" sz="quarter" idx="10" hasCustomPrompt="1"/>
          </p:nvPr>
        </p:nvSpPr>
        <p:spPr>
          <a:xfrm>
            <a:off x="4575284" y="1066229"/>
            <a:ext cx="3072384" cy="585216"/>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dirty="0"/>
              <a:t>ADD TITILE HERE</a:t>
            </a:r>
          </a:p>
        </p:txBody>
      </p:sp>
      <p:sp>
        <p:nvSpPr>
          <p:cNvPr id="6" name="Title Placeholder 1"/>
          <p:cNvSpPr>
            <a:spLocks noGrp="1"/>
          </p:cNvSpPr>
          <p:nvPr>
            <p:ph type="body" sz="quarter" idx="12" hasCustomPrompt="1"/>
          </p:nvPr>
        </p:nvSpPr>
        <p:spPr>
          <a:xfrm>
            <a:off x="1502900" y="1066229"/>
            <a:ext cx="3072384" cy="585216"/>
          </a:xfrm>
          <a:solidFill>
            <a:schemeClr val="bg1"/>
          </a:solidFill>
          <a:ln>
            <a:solidFill>
              <a:schemeClr val="bg1"/>
            </a:solidFill>
          </a:ln>
        </p:spPr>
        <p:txBody>
          <a:bodyPr wrap="none" lIns="91440" tIns="0" rIns="91440" bIns="0" anchor="ctr">
            <a:noAutofit/>
          </a:bodyPr>
          <a:lstStyle>
            <a:lvl1pPr marL="0" indent="0" algn="ctr">
              <a:buNone/>
              <a:defRPr sz="1200" b="1" i="0" cap="all" spc="200" baseline="0"/>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dirty="0"/>
              <a:t>ADD TITILE HERE</a:t>
            </a:r>
          </a:p>
        </p:txBody>
      </p:sp>
      <p:sp>
        <p:nvSpPr>
          <p:cNvPr id="13" name="Slide Number Placeholder 1"/>
          <p:cNvSpPr>
            <a:spLocks noGrp="1"/>
          </p:cNvSpPr>
          <p:nvPr>
            <p:ph type="sldNum" sz="quarter" idx="4"/>
          </p:nvPr>
        </p:nvSpPr>
        <p:spPr>
          <a:xfrm>
            <a:off x="9884588" y="6435520"/>
            <a:ext cx="1831163" cy="422483"/>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
        <p:nvSpPr>
          <p:cNvPr id="16" name="Content Placeholder 14"/>
          <p:cNvSpPr>
            <a:spLocks noGrp="1"/>
          </p:cNvSpPr>
          <p:nvPr>
            <p:ph sz="quarter" idx="17" hasCustomPrompt="1"/>
          </p:nvPr>
        </p:nvSpPr>
        <p:spPr>
          <a:xfrm>
            <a:off x="7647668" y="1651445"/>
            <a:ext cx="3072384" cy="3871384"/>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p>
          <a:p>
            <a:pPr lvl="0"/>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p:txBody>
      </p:sp>
      <p:sp>
        <p:nvSpPr>
          <p:cNvPr id="17" name="Content Placeholder 14"/>
          <p:cNvSpPr>
            <a:spLocks noGrp="1"/>
          </p:cNvSpPr>
          <p:nvPr>
            <p:ph sz="quarter" idx="18" hasCustomPrompt="1"/>
          </p:nvPr>
        </p:nvSpPr>
        <p:spPr>
          <a:xfrm>
            <a:off x="4575284" y="1651445"/>
            <a:ext cx="3072384" cy="3871384"/>
          </a:xfrm>
          <a:ln>
            <a:solidFill>
              <a:schemeClr val="bg1"/>
            </a:solidFill>
          </a:ln>
        </p:spPr>
        <p:txBody>
          <a:bodyPr vert="horz" lIns="182880" tIns="274320" rIns="182880" bIns="274320" rtlCol="0">
            <a:normAutofit/>
          </a:bodyPr>
          <a:lstStyle>
            <a:lvl1pPr>
              <a:defRPr lang="en-US" sz="1000" dirty="0" smtClean="0">
                <a:solidFill>
                  <a:schemeClr val="bg1"/>
                </a:solidFill>
              </a:defRPr>
            </a:lvl1pPr>
            <a:lvl2pPr>
              <a:defRPr lang="en-US" sz="1000" dirty="0" smtClean="0">
                <a:solidFill>
                  <a:schemeClr val="bg1"/>
                </a:solidFill>
              </a:defRPr>
            </a:lvl2pPr>
            <a:lvl3pPr>
              <a:defRPr lang="en-US" sz="1000" dirty="0" smtClean="0">
                <a:solidFill>
                  <a:schemeClr val="bg1"/>
                </a:solidFill>
              </a:defRPr>
            </a:lvl3pPr>
            <a:lvl4pPr>
              <a:defRPr lang="en-US" sz="1000" dirty="0" smtClean="0">
                <a:solidFill>
                  <a:schemeClr val="bg1"/>
                </a:solidFill>
              </a:defRPr>
            </a:lvl4pPr>
            <a:lvl5pPr>
              <a:defRPr lang="en-US" sz="1000" dirty="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p>
          <a:p>
            <a:pPr lvl="0"/>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p:txBody>
      </p:sp>
    </p:spTree>
    <p:extLst>
      <p:ext uri="{BB962C8B-B14F-4D97-AF65-F5344CB8AC3E}">
        <p14:creationId xmlns:p14="http://schemas.microsoft.com/office/powerpoint/2010/main" val="4685785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 EPAM Blue">
    <p:bg>
      <p:bgPr>
        <a:solidFill>
          <a:schemeClr val="accent2"/>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2374606" y="2797813"/>
            <a:ext cx="7442791" cy="783184"/>
          </a:xfrm>
          <a:prstGeom prst="rect">
            <a:avLst/>
          </a:prstGeom>
        </p:spPr>
        <p:txBody>
          <a:bodyPr anchor="ctr"/>
          <a:lstStyle>
            <a:lvl1pPr marL="0" indent="0" algn="ctr">
              <a:lnSpc>
                <a:spcPts val="2400"/>
              </a:lnSpc>
              <a:buNone/>
              <a:defRPr sz="1600">
                <a:solidFill>
                  <a:schemeClr val="bg1"/>
                </a:solidFill>
                <a:latin typeface="+mj-lt"/>
              </a:defRPr>
            </a:lvl1pPr>
            <a:lvl2pPr marL="457200" indent="0">
              <a:buNone/>
              <a:defRPr sz="1600">
                <a:latin typeface="+mj-lt"/>
              </a:defRPr>
            </a:lvl2pPr>
            <a:lvl3pPr marL="914400" indent="0">
              <a:buNone/>
              <a:defRPr sz="1600">
                <a:latin typeface="+mj-lt"/>
              </a:defRPr>
            </a:lvl3pPr>
            <a:lvl4pPr marL="1371600" indent="0">
              <a:buNone/>
              <a:defRPr sz="1600">
                <a:latin typeface="+mj-lt"/>
              </a:defRPr>
            </a:lvl4pPr>
            <a:lvl5pPr marL="1828800" indent="0">
              <a:buNone/>
              <a:defRPr sz="1600">
                <a:latin typeface="+mj-lt"/>
              </a:defRPr>
            </a:lvl5pPr>
          </a:lstStyle>
          <a:p>
            <a:pPr algn="ctr">
              <a:lnSpc>
                <a:spcPts val="2400"/>
              </a:lnSpc>
            </a:pPr>
            <a:r>
              <a:rPr lang="en-US" sz="1600" baseline="0" dirty="0">
                <a:solidFill>
                  <a:schemeClr val="bg1"/>
                </a:solidFill>
                <a:latin typeface="+mj-lt"/>
              </a:rPr>
              <a:t>Please add call out or quote here</a:t>
            </a:r>
            <a:br>
              <a:rPr lang="en-US" sz="1600" baseline="0" dirty="0">
                <a:solidFill>
                  <a:schemeClr val="bg1"/>
                </a:solidFill>
                <a:latin typeface="+mj-lt"/>
              </a:rPr>
            </a:br>
            <a:r>
              <a:rPr lang="en-US" sz="1600" baseline="0" dirty="0">
                <a:solidFill>
                  <a:schemeClr val="bg1"/>
                </a:solidFill>
                <a:latin typeface="+mj-lt"/>
              </a:rPr>
              <a:t>sit </a:t>
            </a:r>
            <a:r>
              <a:rPr lang="en-US" sz="1600" baseline="0" dirty="0" err="1">
                <a:solidFill>
                  <a:schemeClr val="bg1"/>
                </a:solidFill>
                <a:latin typeface="+mj-lt"/>
              </a:rPr>
              <a:t>amet</a:t>
            </a:r>
            <a:r>
              <a:rPr lang="en-US" sz="1600" baseline="0" dirty="0">
                <a:solidFill>
                  <a:schemeClr val="bg1"/>
                </a:solidFill>
                <a:latin typeface="+mj-lt"/>
              </a:rPr>
              <a:t>, </a:t>
            </a:r>
            <a:r>
              <a:rPr lang="en-US" sz="1600" baseline="0" dirty="0" err="1">
                <a:solidFill>
                  <a:schemeClr val="bg1"/>
                </a:solidFill>
                <a:latin typeface="+mj-lt"/>
              </a:rPr>
              <a:t>consectetur</a:t>
            </a:r>
            <a:r>
              <a:rPr lang="en-US" sz="1600" baseline="0" dirty="0">
                <a:solidFill>
                  <a:schemeClr val="bg1"/>
                </a:solidFill>
                <a:latin typeface="+mj-lt"/>
              </a:rPr>
              <a:t> </a:t>
            </a:r>
            <a:r>
              <a:rPr lang="en-US" sz="1600" baseline="0" dirty="0" err="1">
                <a:solidFill>
                  <a:schemeClr val="bg1"/>
                </a:solidFill>
                <a:latin typeface="+mj-lt"/>
              </a:rPr>
              <a:t>adipiscing</a:t>
            </a:r>
            <a:r>
              <a:rPr lang="en-US" sz="1600" baseline="0" dirty="0">
                <a:solidFill>
                  <a:schemeClr val="bg1"/>
                </a:solidFill>
                <a:latin typeface="+mj-lt"/>
              </a:rPr>
              <a:t> </a:t>
            </a:r>
            <a:r>
              <a:rPr lang="en-US" sz="1600" baseline="0" dirty="0" err="1">
                <a:solidFill>
                  <a:schemeClr val="bg1"/>
                </a:solidFill>
                <a:latin typeface="+mj-lt"/>
              </a:rPr>
              <a:t>elit</a:t>
            </a:r>
            <a:r>
              <a:rPr lang="en-US" sz="1600" baseline="0" dirty="0">
                <a:solidFill>
                  <a:schemeClr val="bg1"/>
                </a:solidFill>
                <a:latin typeface="+mj-lt"/>
              </a:rPr>
              <a:t>. </a:t>
            </a:r>
            <a:r>
              <a:rPr lang="en-US" sz="1600" baseline="0" dirty="0" err="1">
                <a:solidFill>
                  <a:schemeClr val="bg1"/>
                </a:solidFill>
                <a:latin typeface="+mj-lt"/>
              </a:rPr>
              <a:t>Sed</a:t>
            </a:r>
            <a:r>
              <a:rPr lang="en-US" sz="1600" baseline="0" dirty="0">
                <a:solidFill>
                  <a:schemeClr val="bg1"/>
                </a:solidFill>
                <a:latin typeface="+mj-lt"/>
              </a:rPr>
              <a:t> </a:t>
            </a:r>
            <a:r>
              <a:rPr lang="en-US" sz="1600" baseline="0" dirty="0" err="1">
                <a:solidFill>
                  <a:schemeClr val="bg1"/>
                </a:solidFill>
                <a:latin typeface="+mj-lt"/>
              </a:rPr>
              <a:t>nec</a:t>
            </a:r>
            <a:r>
              <a:rPr lang="en-US" sz="1600" baseline="0" dirty="0">
                <a:solidFill>
                  <a:schemeClr val="bg1"/>
                </a:solidFill>
                <a:latin typeface="+mj-lt"/>
              </a:rPr>
              <a:t> </a:t>
            </a:r>
            <a:r>
              <a:rPr lang="en-US" sz="1600" baseline="0" dirty="0" err="1">
                <a:solidFill>
                  <a:schemeClr val="bg1"/>
                </a:solidFill>
                <a:latin typeface="+mj-lt"/>
              </a:rPr>
              <a:t>sem</a:t>
            </a:r>
            <a:r>
              <a:rPr lang="en-US" sz="1600" baseline="0" dirty="0">
                <a:solidFill>
                  <a:schemeClr val="bg1"/>
                </a:solidFill>
                <a:latin typeface="+mj-lt"/>
              </a:rPr>
              <a:t> gravida, </a:t>
            </a:r>
            <a:r>
              <a:rPr lang="en-US" sz="1600" baseline="0" dirty="0" err="1">
                <a:solidFill>
                  <a:schemeClr val="bg1"/>
                </a:solidFill>
                <a:latin typeface="+mj-lt"/>
              </a:rPr>
              <a:t>dapibus</a:t>
            </a:r>
            <a:r>
              <a:rPr lang="en-US" sz="1600" baseline="0" dirty="0">
                <a:solidFill>
                  <a:schemeClr val="bg1"/>
                </a:solidFill>
                <a:latin typeface="+mj-lt"/>
              </a:rPr>
              <a:t> </a:t>
            </a:r>
            <a:r>
              <a:rPr lang="en-US" sz="1600" baseline="0" dirty="0" err="1">
                <a:solidFill>
                  <a:schemeClr val="bg1"/>
                </a:solidFill>
                <a:latin typeface="+mj-lt"/>
              </a:rPr>
              <a:t>turpis</a:t>
            </a:r>
            <a:r>
              <a:rPr lang="en-US" sz="1600" baseline="0" dirty="0">
                <a:solidFill>
                  <a:schemeClr val="bg1"/>
                </a:solidFill>
                <a:latin typeface="+mj-lt"/>
              </a:rPr>
              <a:t> </a:t>
            </a:r>
            <a:r>
              <a:rPr lang="en-US" sz="1600" baseline="0" dirty="0" err="1">
                <a:solidFill>
                  <a:schemeClr val="bg1"/>
                </a:solidFill>
                <a:latin typeface="+mj-lt"/>
              </a:rPr>
              <a:t>porttitor</a:t>
            </a:r>
            <a:r>
              <a:rPr lang="en-US" sz="1600" baseline="0" dirty="0">
                <a:solidFill>
                  <a:schemeClr val="bg1"/>
                </a:solidFill>
                <a:latin typeface="+mj-lt"/>
              </a:rPr>
              <a:t>, </a:t>
            </a:r>
            <a:r>
              <a:rPr lang="en-US" sz="1600" baseline="0" dirty="0" err="1">
                <a:solidFill>
                  <a:schemeClr val="bg1"/>
                </a:solidFill>
                <a:latin typeface="+mj-lt"/>
              </a:rPr>
              <a:t>tincidunt</a:t>
            </a:r>
            <a:r>
              <a:rPr lang="en-US" sz="1600" baseline="0" dirty="0">
                <a:solidFill>
                  <a:schemeClr val="bg1"/>
                </a:solidFill>
                <a:latin typeface="+mj-lt"/>
              </a:rPr>
              <a:t> </a:t>
            </a:r>
            <a:r>
              <a:rPr lang="en-US" sz="1600" baseline="0" dirty="0" err="1">
                <a:solidFill>
                  <a:schemeClr val="bg1"/>
                </a:solidFill>
                <a:latin typeface="+mj-lt"/>
              </a:rPr>
              <a:t>nibh</a:t>
            </a:r>
            <a:r>
              <a:rPr lang="en-US" sz="1600" baseline="0" dirty="0">
                <a:solidFill>
                  <a:schemeClr val="bg1"/>
                </a:solidFill>
                <a:latin typeface="+mj-lt"/>
              </a:rPr>
              <a:t>. </a:t>
            </a:r>
            <a:r>
              <a:rPr lang="en-US" sz="1600" baseline="0" dirty="0" err="1">
                <a:solidFill>
                  <a:schemeClr val="bg1"/>
                </a:solidFill>
                <a:latin typeface="+mj-lt"/>
              </a:rPr>
              <a:t>Orci</a:t>
            </a:r>
            <a:r>
              <a:rPr lang="en-US" sz="1600" baseline="0" dirty="0">
                <a:solidFill>
                  <a:schemeClr val="bg1"/>
                </a:solidFill>
                <a:latin typeface="+mj-lt"/>
              </a:rPr>
              <a:t> </a:t>
            </a:r>
            <a:r>
              <a:rPr lang="en-US" sz="1600" baseline="0" dirty="0" err="1">
                <a:solidFill>
                  <a:schemeClr val="bg1"/>
                </a:solidFill>
                <a:latin typeface="+mj-lt"/>
              </a:rPr>
              <a:t>varius</a:t>
            </a:r>
            <a:r>
              <a:rPr lang="en-US" sz="1600" baseline="0" dirty="0">
                <a:solidFill>
                  <a:schemeClr val="bg1"/>
                </a:solidFill>
                <a:latin typeface="+mj-lt"/>
              </a:rPr>
              <a:t> </a:t>
            </a:r>
            <a:r>
              <a:rPr lang="en-US" sz="1600" baseline="0" dirty="0" err="1">
                <a:solidFill>
                  <a:schemeClr val="bg1"/>
                </a:solidFill>
                <a:latin typeface="+mj-lt"/>
              </a:rPr>
              <a:t>natoque</a:t>
            </a:r>
            <a:r>
              <a:rPr lang="en-US" sz="1600" baseline="0" dirty="0">
                <a:solidFill>
                  <a:schemeClr val="bg1"/>
                </a:solidFill>
                <a:latin typeface="+mj-lt"/>
              </a:rPr>
              <a:t> </a:t>
            </a:r>
            <a:r>
              <a:rPr lang="en-US" sz="1600" baseline="0" dirty="0" err="1">
                <a:solidFill>
                  <a:schemeClr val="bg1"/>
                </a:solidFill>
                <a:latin typeface="+mj-lt"/>
              </a:rPr>
              <a:t>penatibus</a:t>
            </a:r>
            <a:r>
              <a:rPr lang="en-US" sz="1600" baseline="0" dirty="0">
                <a:solidFill>
                  <a:schemeClr val="bg1"/>
                </a:solidFill>
                <a:latin typeface="+mj-lt"/>
              </a:rPr>
              <a:t> et </a:t>
            </a:r>
            <a:r>
              <a:rPr lang="en-US" sz="1600" baseline="0" dirty="0" err="1">
                <a:solidFill>
                  <a:schemeClr val="bg1"/>
                </a:solidFill>
                <a:latin typeface="+mj-lt"/>
              </a:rPr>
              <a:t>magnis</a:t>
            </a:r>
            <a:r>
              <a:rPr lang="en-US" sz="1600" baseline="0" dirty="0">
                <a:solidFill>
                  <a:schemeClr val="bg1"/>
                </a:solidFill>
                <a:latin typeface="+mj-lt"/>
              </a:rPr>
              <a:t> dis parturient </a:t>
            </a:r>
            <a:r>
              <a:rPr lang="en-US" sz="1600" baseline="0" dirty="0" err="1">
                <a:solidFill>
                  <a:schemeClr val="bg1"/>
                </a:solidFill>
                <a:latin typeface="+mj-lt"/>
              </a:rPr>
              <a:t>montes</a:t>
            </a:r>
            <a:r>
              <a:rPr lang="en-US" sz="1600" baseline="0" dirty="0">
                <a:solidFill>
                  <a:schemeClr val="bg1"/>
                </a:solidFill>
                <a:latin typeface="+mj-lt"/>
              </a:rPr>
              <a:t>, </a:t>
            </a:r>
            <a:r>
              <a:rPr lang="en-US" sz="1600" baseline="0" dirty="0" err="1">
                <a:solidFill>
                  <a:schemeClr val="bg1"/>
                </a:solidFill>
                <a:latin typeface="+mj-lt"/>
              </a:rPr>
              <a:t>nascetur</a:t>
            </a:r>
            <a:r>
              <a:rPr lang="en-US" sz="1600" baseline="0" dirty="0">
                <a:solidFill>
                  <a:schemeClr val="bg1"/>
                </a:solidFill>
                <a:latin typeface="+mj-lt"/>
              </a:rPr>
              <a:t> </a:t>
            </a:r>
            <a:r>
              <a:rPr lang="en-US" sz="1600" baseline="0" dirty="0" err="1">
                <a:solidFill>
                  <a:schemeClr val="bg1"/>
                </a:solidFill>
                <a:latin typeface="+mj-lt"/>
              </a:rPr>
              <a:t>ridiculus</a:t>
            </a:r>
            <a:r>
              <a:rPr lang="en-US" sz="1600" baseline="0" dirty="0">
                <a:solidFill>
                  <a:schemeClr val="bg1"/>
                </a:solidFill>
                <a:latin typeface="+mj-lt"/>
              </a:rPr>
              <a:t> mus. Nam </a:t>
            </a:r>
            <a:r>
              <a:rPr lang="en-US" sz="1600" baseline="0" dirty="0" err="1">
                <a:solidFill>
                  <a:schemeClr val="bg1"/>
                </a:solidFill>
                <a:latin typeface="+mj-lt"/>
              </a:rPr>
              <a:t>eget</a:t>
            </a:r>
            <a:r>
              <a:rPr lang="en-US" sz="1600" baseline="0" dirty="0">
                <a:solidFill>
                  <a:schemeClr val="bg1"/>
                </a:solidFill>
                <a:latin typeface="+mj-lt"/>
              </a:rPr>
              <a:t> </a:t>
            </a:r>
            <a:r>
              <a:rPr lang="en-US" sz="1600" baseline="0" dirty="0" err="1">
                <a:solidFill>
                  <a:schemeClr val="bg1"/>
                </a:solidFill>
                <a:latin typeface="+mj-lt"/>
              </a:rPr>
              <a:t>enim</a:t>
            </a:r>
            <a:r>
              <a:rPr lang="en-US" sz="1600" baseline="0" dirty="0">
                <a:solidFill>
                  <a:schemeClr val="bg1"/>
                </a:solidFill>
                <a:latin typeface="+mj-lt"/>
              </a:rPr>
              <a:t> </a:t>
            </a:r>
            <a:r>
              <a:rPr lang="en-US" sz="1600" baseline="0" dirty="0" err="1">
                <a:solidFill>
                  <a:schemeClr val="bg1"/>
                </a:solidFill>
                <a:latin typeface="+mj-lt"/>
              </a:rPr>
              <a:t>mauris</a:t>
            </a:r>
            <a:r>
              <a:rPr lang="en-US" sz="1600" baseline="0" dirty="0">
                <a:solidFill>
                  <a:schemeClr val="bg1"/>
                </a:solidFill>
                <a:latin typeface="+mj-lt"/>
              </a:rPr>
              <a:t>. </a:t>
            </a:r>
            <a:r>
              <a:rPr lang="en-US" sz="1600" baseline="0" dirty="0" err="1">
                <a:solidFill>
                  <a:schemeClr val="bg1"/>
                </a:solidFill>
                <a:latin typeface="+mj-lt"/>
              </a:rPr>
              <a:t>Vivamus</a:t>
            </a:r>
            <a:r>
              <a:rPr lang="en-US" sz="1600" baseline="0" dirty="0">
                <a:solidFill>
                  <a:schemeClr val="bg1"/>
                </a:solidFill>
                <a:latin typeface="+mj-lt"/>
              </a:rPr>
              <a:t> sit </a:t>
            </a:r>
            <a:r>
              <a:rPr lang="en-US" sz="1600" baseline="0" dirty="0" err="1">
                <a:solidFill>
                  <a:schemeClr val="bg1"/>
                </a:solidFill>
                <a:latin typeface="+mj-lt"/>
              </a:rPr>
              <a:t>amet</a:t>
            </a:r>
            <a:r>
              <a:rPr lang="en-US" sz="1600" baseline="0" dirty="0">
                <a:solidFill>
                  <a:schemeClr val="bg1"/>
                </a:solidFill>
                <a:latin typeface="+mj-lt"/>
              </a:rPr>
              <a:t> </a:t>
            </a:r>
            <a:r>
              <a:rPr lang="en-US" sz="1600" baseline="0" dirty="0" err="1">
                <a:solidFill>
                  <a:schemeClr val="bg1"/>
                </a:solidFill>
                <a:latin typeface="+mj-lt"/>
              </a:rPr>
              <a:t>congue</a:t>
            </a:r>
            <a:r>
              <a:rPr lang="en-US" sz="1600" baseline="0" dirty="0">
                <a:solidFill>
                  <a:schemeClr val="bg1"/>
                </a:solidFill>
                <a:latin typeface="+mj-lt"/>
              </a:rPr>
              <a:t> </a:t>
            </a:r>
            <a:r>
              <a:rPr lang="en-US" sz="1600" baseline="0" dirty="0" err="1">
                <a:solidFill>
                  <a:schemeClr val="bg1"/>
                </a:solidFill>
                <a:latin typeface="+mj-lt"/>
              </a:rPr>
              <a:t>nunc</a:t>
            </a:r>
            <a:r>
              <a:rPr lang="en-US" sz="1600" baseline="0" dirty="0">
                <a:solidFill>
                  <a:schemeClr val="bg1"/>
                </a:solidFill>
                <a:latin typeface="+mj-lt"/>
              </a:rPr>
              <a:t>. </a:t>
            </a:r>
            <a:r>
              <a:rPr lang="en-US" sz="1600" baseline="0" dirty="0" err="1">
                <a:solidFill>
                  <a:schemeClr val="bg1"/>
                </a:solidFill>
                <a:latin typeface="+mj-lt"/>
              </a:rPr>
              <a:t>Duis</a:t>
            </a:r>
            <a:r>
              <a:rPr lang="en-US" sz="1600" baseline="0" dirty="0">
                <a:solidFill>
                  <a:schemeClr val="bg1"/>
                </a:solidFill>
                <a:latin typeface="+mj-lt"/>
              </a:rPr>
              <a:t> </a:t>
            </a:r>
            <a:r>
              <a:rPr lang="en-US" sz="1600" baseline="0" dirty="0" err="1">
                <a:solidFill>
                  <a:schemeClr val="bg1"/>
                </a:solidFill>
                <a:latin typeface="+mj-lt"/>
              </a:rPr>
              <a:t>pellentesque</a:t>
            </a:r>
            <a:r>
              <a:rPr lang="en-US" sz="1600" baseline="0" dirty="0">
                <a:solidFill>
                  <a:schemeClr val="bg1"/>
                </a:solidFill>
                <a:latin typeface="+mj-lt"/>
              </a:rPr>
              <a:t> </a:t>
            </a:r>
            <a:r>
              <a:rPr lang="en-US" sz="1600" baseline="0" dirty="0" err="1">
                <a:solidFill>
                  <a:schemeClr val="bg1"/>
                </a:solidFill>
                <a:latin typeface="+mj-lt"/>
              </a:rPr>
              <a:t>posuere</a:t>
            </a:r>
            <a:r>
              <a:rPr lang="en-US" sz="1600" baseline="0" dirty="0">
                <a:solidFill>
                  <a:schemeClr val="bg1"/>
                </a:solidFill>
                <a:latin typeface="+mj-lt"/>
              </a:rPr>
              <a:t> </a:t>
            </a:r>
            <a:r>
              <a:rPr lang="en-US" sz="1600" baseline="0" dirty="0" err="1">
                <a:solidFill>
                  <a:schemeClr val="bg1"/>
                </a:solidFill>
                <a:latin typeface="+mj-lt"/>
              </a:rPr>
              <a:t>rutrum</a:t>
            </a:r>
            <a:r>
              <a:rPr lang="en-US" sz="1600" baseline="0" dirty="0">
                <a:solidFill>
                  <a:schemeClr val="bg1"/>
                </a:solidFill>
                <a:latin typeface="+mj-lt"/>
              </a:rPr>
              <a:t>. </a:t>
            </a:r>
            <a:r>
              <a:rPr lang="en-US" sz="1600" baseline="0" dirty="0" err="1">
                <a:solidFill>
                  <a:schemeClr val="bg1"/>
                </a:solidFill>
                <a:latin typeface="+mj-lt"/>
              </a:rPr>
              <a:t>Pellentesque</a:t>
            </a:r>
            <a:r>
              <a:rPr lang="en-US" sz="1600" baseline="0" dirty="0">
                <a:solidFill>
                  <a:schemeClr val="bg1"/>
                </a:solidFill>
                <a:latin typeface="+mj-lt"/>
              </a:rPr>
              <a:t> ac </a:t>
            </a:r>
            <a:r>
              <a:rPr lang="en-US" sz="1600" baseline="0" dirty="0" err="1">
                <a:solidFill>
                  <a:schemeClr val="bg1"/>
                </a:solidFill>
                <a:latin typeface="+mj-lt"/>
              </a:rPr>
              <a:t>diam</a:t>
            </a:r>
            <a:r>
              <a:rPr lang="en-US" sz="1600" baseline="0" dirty="0">
                <a:solidFill>
                  <a:schemeClr val="bg1"/>
                </a:solidFill>
                <a:latin typeface="+mj-lt"/>
              </a:rPr>
              <a:t> </a:t>
            </a:r>
            <a:r>
              <a:rPr lang="en-US" sz="1600" baseline="0" dirty="0" err="1">
                <a:solidFill>
                  <a:schemeClr val="bg1"/>
                </a:solidFill>
                <a:latin typeface="+mj-lt"/>
              </a:rPr>
              <a:t>quis</a:t>
            </a:r>
            <a:r>
              <a:rPr lang="en-US" sz="1600" baseline="0" dirty="0">
                <a:solidFill>
                  <a:schemeClr val="bg1"/>
                </a:solidFill>
                <a:latin typeface="+mj-lt"/>
              </a:rPr>
              <a:t> </a:t>
            </a:r>
            <a:r>
              <a:rPr lang="en-US" sz="1600" baseline="0" dirty="0" err="1">
                <a:solidFill>
                  <a:schemeClr val="bg1"/>
                </a:solidFill>
                <a:latin typeface="+mj-lt"/>
              </a:rPr>
              <a:t>justo</a:t>
            </a:r>
            <a:r>
              <a:rPr lang="en-US" sz="1600" baseline="0" dirty="0">
                <a:solidFill>
                  <a:schemeClr val="bg1"/>
                </a:solidFill>
                <a:latin typeface="+mj-lt"/>
              </a:rPr>
              <a:t> </a:t>
            </a:r>
            <a:r>
              <a:rPr lang="en-US" sz="1600" baseline="0" dirty="0" err="1">
                <a:solidFill>
                  <a:schemeClr val="bg1"/>
                </a:solidFill>
                <a:latin typeface="+mj-lt"/>
              </a:rPr>
              <a:t>placerat</a:t>
            </a:r>
            <a:r>
              <a:rPr lang="en-US" sz="1600" baseline="0" dirty="0">
                <a:solidFill>
                  <a:schemeClr val="bg1"/>
                </a:solidFill>
                <a:latin typeface="+mj-lt"/>
              </a:rPr>
              <a:t> porta. </a:t>
            </a:r>
            <a:r>
              <a:rPr lang="en-US" sz="1600" baseline="0" dirty="0" err="1">
                <a:solidFill>
                  <a:schemeClr val="bg1"/>
                </a:solidFill>
                <a:latin typeface="+mj-lt"/>
              </a:rPr>
              <a:t>Phasellus</a:t>
            </a:r>
            <a:r>
              <a:rPr lang="en-US" sz="1600" baseline="0" dirty="0">
                <a:solidFill>
                  <a:schemeClr val="bg1"/>
                </a:solidFill>
                <a:latin typeface="+mj-lt"/>
              </a:rPr>
              <a:t> </a:t>
            </a:r>
            <a:r>
              <a:rPr lang="en-US" sz="1600" baseline="0" dirty="0" err="1">
                <a:solidFill>
                  <a:schemeClr val="bg1"/>
                </a:solidFill>
                <a:latin typeface="+mj-lt"/>
              </a:rPr>
              <a:t>bibendum</a:t>
            </a:r>
            <a:r>
              <a:rPr lang="en-US" sz="1600" baseline="0" dirty="0">
                <a:solidFill>
                  <a:schemeClr val="bg1"/>
                </a:solidFill>
                <a:latin typeface="+mj-lt"/>
              </a:rPr>
              <a:t> </a:t>
            </a:r>
            <a:r>
              <a:rPr lang="en-US" sz="1600" baseline="0" dirty="0" err="1">
                <a:solidFill>
                  <a:schemeClr val="bg1"/>
                </a:solidFill>
                <a:latin typeface="+mj-lt"/>
              </a:rPr>
              <a:t>vehicula</a:t>
            </a:r>
            <a:r>
              <a:rPr lang="en-US" sz="1600" baseline="0" dirty="0">
                <a:solidFill>
                  <a:schemeClr val="bg1"/>
                </a:solidFill>
                <a:latin typeface="+mj-lt"/>
              </a:rPr>
              <a:t> </a:t>
            </a:r>
            <a:r>
              <a:rPr lang="en-US" sz="1600" baseline="0" dirty="0" err="1">
                <a:solidFill>
                  <a:schemeClr val="bg1"/>
                </a:solidFill>
                <a:latin typeface="+mj-lt"/>
              </a:rPr>
              <a:t>sem</a:t>
            </a:r>
            <a:r>
              <a:rPr lang="en-US" sz="1600" baseline="0" dirty="0">
                <a:solidFill>
                  <a:schemeClr val="bg1"/>
                </a:solidFill>
                <a:latin typeface="+mj-lt"/>
              </a:rPr>
              <a:t> id </a:t>
            </a:r>
            <a:r>
              <a:rPr lang="en-US" sz="1600" baseline="0" dirty="0" err="1">
                <a:solidFill>
                  <a:schemeClr val="bg1"/>
                </a:solidFill>
                <a:latin typeface="+mj-lt"/>
              </a:rPr>
              <a:t>ornare</a:t>
            </a:r>
            <a:r>
              <a:rPr lang="en-US" sz="1600" baseline="0" dirty="0">
                <a:solidFill>
                  <a:schemeClr val="bg1"/>
                </a:solidFill>
                <a:latin typeface="+mj-lt"/>
              </a:rPr>
              <a:t>. Nam </a:t>
            </a:r>
            <a:r>
              <a:rPr lang="en-US" sz="1600" baseline="0" dirty="0" err="1">
                <a:solidFill>
                  <a:schemeClr val="bg1"/>
                </a:solidFill>
                <a:latin typeface="+mj-lt"/>
              </a:rPr>
              <a:t>commodo</a:t>
            </a:r>
            <a:r>
              <a:rPr lang="en-US" sz="1600" baseline="0" dirty="0">
                <a:solidFill>
                  <a:schemeClr val="bg1"/>
                </a:solidFill>
                <a:latin typeface="+mj-lt"/>
              </a:rPr>
              <a:t> ac </a:t>
            </a:r>
            <a:r>
              <a:rPr lang="en-US" sz="1600" baseline="0" dirty="0" err="1">
                <a:solidFill>
                  <a:schemeClr val="bg1"/>
                </a:solidFill>
                <a:latin typeface="+mj-lt"/>
              </a:rPr>
              <a:t>purus</a:t>
            </a:r>
            <a:r>
              <a:rPr lang="en-US" sz="1600" baseline="0" dirty="0">
                <a:solidFill>
                  <a:schemeClr val="bg1"/>
                </a:solidFill>
                <a:latin typeface="+mj-lt"/>
              </a:rPr>
              <a:t> </a:t>
            </a:r>
            <a:r>
              <a:rPr lang="en-US" sz="1600" baseline="0" dirty="0" err="1">
                <a:solidFill>
                  <a:schemeClr val="bg1"/>
                </a:solidFill>
                <a:latin typeface="+mj-lt"/>
              </a:rPr>
              <a:t>condimentum</a:t>
            </a:r>
            <a:r>
              <a:rPr lang="en-US" sz="1600" baseline="0" dirty="0">
                <a:solidFill>
                  <a:schemeClr val="bg1"/>
                </a:solidFill>
                <a:latin typeface="+mj-lt"/>
              </a:rPr>
              <a:t> porta. </a:t>
            </a:r>
            <a:r>
              <a:rPr lang="en-US" sz="1600" baseline="0" dirty="0" err="1">
                <a:solidFill>
                  <a:schemeClr val="bg1"/>
                </a:solidFill>
                <a:latin typeface="+mj-lt"/>
              </a:rPr>
              <a:t>Proin</a:t>
            </a:r>
            <a:r>
              <a:rPr lang="en-US" sz="1600" baseline="0" dirty="0">
                <a:solidFill>
                  <a:schemeClr val="bg1"/>
                </a:solidFill>
                <a:latin typeface="+mj-lt"/>
              </a:rPr>
              <a:t> </a:t>
            </a:r>
            <a:r>
              <a:rPr lang="en-US" sz="1600" baseline="0" dirty="0" err="1">
                <a:solidFill>
                  <a:schemeClr val="bg1"/>
                </a:solidFill>
                <a:latin typeface="+mj-lt"/>
              </a:rPr>
              <a:t>condimentum</a:t>
            </a:r>
            <a:r>
              <a:rPr lang="en-US" sz="1600" baseline="0" dirty="0">
                <a:solidFill>
                  <a:schemeClr val="bg1"/>
                </a:solidFill>
                <a:latin typeface="+mj-lt"/>
              </a:rPr>
              <a:t> </a:t>
            </a:r>
            <a:r>
              <a:rPr lang="en-US" sz="1600" baseline="0" dirty="0" err="1">
                <a:solidFill>
                  <a:schemeClr val="bg1"/>
                </a:solidFill>
                <a:latin typeface="+mj-lt"/>
              </a:rPr>
              <a:t>lectus</a:t>
            </a:r>
            <a:r>
              <a:rPr lang="en-US" sz="1600" baseline="0" dirty="0">
                <a:solidFill>
                  <a:schemeClr val="bg1"/>
                </a:solidFill>
                <a:latin typeface="+mj-lt"/>
              </a:rPr>
              <a:t> </a:t>
            </a:r>
            <a:r>
              <a:rPr lang="en-US" sz="1600" baseline="0" dirty="0" err="1">
                <a:solidFill>
                  <a:schemeClr val="bg1"/>
                </a:solidFill>
                <a:latin typeface="+mj-lt"/>
              </a:rPr>
              <a:t>leo</a:t>
            </a:r>
            <a:r>
              <a:rPr lang="en-US" sz="1600" baseline="0" dirty="0">
                <a:solidFill>
                  <a:schemeClr val="bg1"/>
                </a:solidFill>
                <a:latin typeface="+mj-lt"/>
              </a:rPr>
              <a:t>, in </a:t>
            </a:r>
            <a:r>
              <a:rPr lang="en-US" sz="1600" baseline="0" dirty="0" err="1">
                <a:solidFill>
                  <a:schemeClr val="bg1"/>
                </a:solidFill>
                <a:latin typeface="+mj-lt"/>
              </a:rPr>
              <a:t>lacinia</a:t>
            </a:r>
            <a:r>
              <a:rPr lang="en-US" sz="1600" baseline="0" dirty="0">
                <a:solidFill>
                  <a:schemeClr val="bg1"/>
                </a:solidFill>
                <a:latin typeface="+mj-lt"/>
              </a:rPr>
              <a:t> </a:t>
            </a:r>
            <a:r>
              <a:rPr lang="en-US" sz="1600" baseline="0" dirty="0" err="1">
                <a:solidFill>
                  <a:schemeClr val="bg1"/>
                </a:solidFill>
                <a:latin typeface="+mj-lt"/>
              </a:rPr>
              <a:t>diam</a:t>
            </a:r>
            <a:r>
              <a:rPr lang="en-US" sz="1600" baseline="0" dirty="0">
                <a:solidFill>
                  <a:schemeClr val="bg1"/>
                </a:solidFill>
                <a:latin typeface="+mj-lt"/>
              </a:rPr>
              <a:t> </a:t>
            </a:r>
            <a:r>
              <a:rPr lang="en-US" sz="1600" baseline="0" dirty="0" err="1">
                <a:solidFill>
                  <a:schemeClr val="bg1"/>
                </a:solidFill>
                <a:latin typeface="+mj-lt"/>
              </a:rPr>
              <a:t>placerat</a:t>
            </a:r>
            <a:r>
              <a:rPr lang="en-US" sz="1600" baseline="0" dirty="0">
                <a:solidFill>
                  <a:schemeClr val="bg1"/>
                </a:solidFill>
                <a:latin typeface="+mj-lt"/>
              </a:rPr>
              <a:t> convallis. </a:t>
            </a:r>
            <a:endParaRPr lang="en-US" sz="1600" b="1" spc="200" baseline="0" dirty="0">
              <a:solidFill>
                <a:schemeClr val="bg1"/>
              </a:solidFill>
              <a:latin typeface="+mj-lt"/>
              <a:ea typeface="Calibri" charset="0"/>
              <a:cs typeface="Calibri" charset="0"/>
            </a:endParaRPr>
          </a:p>
        </p:txBody>
      </p:sp>
      <p:pic>
        <p:nvPicPr>
          <p:cNvPr id="3" name="Picture 2"/>
          <p:cNvPicPr>
            <a:picLocks noChangeAspect="1"/>
          </p:cNvPicPr>
          <p:nvPr/>
        </p:nvPicPr>
        <p:blipFill rotWithShape="1">
          <a:blip r:embed="rId2" cstate="screen">
            <a:alphaModFix amt="16000"/>
            <a:extLst>
              <a:ext uri="{28A0092B-C50C-407E-A947-70E740481C1C}">
                <a14:useLocalDpi xmlns:a14="http://schemas.microsoft.com/office/drawing/2010/main"/>
              </a:ext>
            </a:extLst>
          </a:blip>
          <a:srcRect t="63049" r="42496"/>
          <a:stretch/>
        </p:blipFill>
        <p:spPr>
          <a:xfrm>
            <a:off x="2" y="-163253"/>
            <a:ext cx="2064269" cy="1583263"/>
          </a:xfrm>
          <a:prstGeom prst="rect">
            <a:avLst/>
          </a:prstGeom>
        </p:spPr>
      </p:pic>
      <p:pic>
        <p:nvPicPr>
          <p:cNvPr id="4" name="Picture 3"/>
          <p:cNvPicPr>
            <a:picLocks noChangeAspect="1"/>
          </p:cNvPicPr>
          <p:nvPr/>
        </p:nvPicPr>
        <p:blipFill rotWithShape="1">
          <a:blip r:embed="rId2" cstate="screen">
            <a:alphaModFix amt="16000"/>
            <a:extLst>
              <a:ext uri="{28A0092B-C50C-407E-A947-70E740481C1C}">
                <a14:useLocalDpi xmlns:a14="http://schemas.microsoft.com/office/drawing/2010/main"/>
              </a:ext>
            </a:extLst>
          </a:blip>
          <a:srcRect t="63049" r="42496"/>
          <a:stretch/>
        </p:blipFill>
        <p:spPr>
          <a:xfrm rot="10800000">
            <a:off x="10127731" y="4909147"/>
            <a:ext cx="2064269" cy="1583263"/>
          </a:xfrm>
          <a:prstGeom prst="rect">
            <a:avLst/>
          </a:prstGeom>
        </p:spPr>
      </p:pic>
      <p:sp>
        <p:nvSpPr>
          <p:cNvPr id="7" name="Slide Number Placeholder 1"/>
          <p:cNvSpPr>
            <a:spLocks noGrp="1"/>
          </p:cNvSpPr>
          <p:nvPr>
            <p:ph type="sldNum" sz="quarter" idx="4"/>
          </p:nvPr>
        </p:nvSpPr>
        <p:spPr>
          <a:xfrm>
            <a:off x="9884588" y="6435520"/>
            <a:ext cx="1831163" cy="422483"/>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097673164"/>
      </p:ext>
    </p:extLst>
  </p:cSld>
  <p:clrMapOvr>
    <a:masterClrMapping/>
  </p:clrMapOvr>
  <p:extLst>
    <p:ext uri="{DCECCB84-F9BA-43D5-87BE-67443E8EF086}">
      <p15:sldGuideLst xmlns:p15="http://schemas.microsoft.com/office/powerpoint/2012/main">
        <p15:guide id="1" orient="horz" pos="1524"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cxnSp>
        <p:nvCxnSpPr>
          <p:cNvPr id="4" name="Straight Connector 3"/>
          <p:cNvCxnSpPr/>
          <p:nvPr/>
        </p:nvCxnSpPr>
        <p:spPr>
          <a:xfrm>
            <a:off x="392546" y="955249"/>
            <a:ext cx="1140690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9884588" y="6435520"/>
            <a:ext cx="1831163" cy="422483"/>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3574142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CaseStud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cxnSp>
        <p:nvCxnSpPr>
          <p:cNvPr id="4" name="Straight Connector 3"/>
          <p:cNvCxnSpPr/>
          <p:nvPr/>
        </p:nvCxnSpPr>
        <p:spPr>
          <a:xfrm>
            <a:off x="392546" y="955249"/>
            <a:ext cx="1140690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9884588" y="6435520"/>
            <a:ext cx="1831163" cy="422483"/>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a:p>
        </p:txBody>
      </p:sp>
      <p:cxnSp>
        <p:nvCxnSpPr>
          <p:cNvPr id="5" name="Straight Connector 4">
            <a:extLst>
              <a:ext uri="{FF2B5EF4-FFF2-40B4-BE49-F238E27FC236}">
                <a16:creationId xmlns:a16="http://schemas.microsoft.com/office/drawing/2014/main" id="{03040C60-A39E-8442-A520-BA092303AC98}"/>
              </a:ext>
            </a:extLst>
          </p:cNvPr>
          <p:cNvCxnSpPr/>
          <p:nvPr/>
        </p:nvCxnSpPr>
        <p:spPr>
          <a:xfrm flipV="1">
            <a:off x="7981952" y="937626"/>
            <a:ext cx="0" cy="5497895"/>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6" name="Picture Placeholder 8">
            <a:extLst>
              <a:ext uri="{FF2B5EF4-FFF2-40B4-BE49-F238E27FC236}">
                <a16:creationId xmlns:a16="http://schemas.microsoft.com/office/drawing/2014/main" id="{21FF28FE-B84E-5D44-B6A6-4B55087B1239}"/>
              </a:ext>
            </a:extLst>
          </p:cNvPr>
          <p:cNvSpPr>
            <a:spLocks noGrp="1"/>
          </p:cNvSpPr>
          <p:nvPr>
            <p:ph type="pic" sz="quarter" idx="11" hasCustomPrompt="1"/>
          </p:nvPr>
        </p:nvSpPr>
        <p:spPr>
          <a:xfrm>
            <a:off x="0" y="948969"/>
            <a:ext cx="7981952" cy="5453324"/>
          </a:xfrm>
        </p:spPr>
        <p:txBody>
          <a:bodyPr anchor="ctr">
            <a:normAutofit/>
          </a:bodyPr>
          <a:lstStyle>
            <a:lvl1pPr marL="0" indent="0" algn="ctr">
              <a:buNone/>
              <a:defRPr sz="1600"/>
            </a:lvl1pPr>
          </a:lstStyle>
          <a:p>
            <a:r>
              <a:rPr lang="en-US"/>
              <a:t>Please add picture here</a:t>
            </a:r>
          </a:p>
          <a:p>
            <a:endParaRPr lang="en-US"/>
          </a:p>
          <a:p>
            <a:endParaRPr lang="en-US"/>
          </a:p>
        </p:txBody>
      </p:sp>
      <p:sp>
        <p:nvSpPr>
          <p:cNvPr id="7" name="Shape 920">
            <a:extLst>
              <a:ext uri="{FF2B5EF4-FFF2-40B4-BE49-F238E27FC236}">
                <a16:creationId xmlns:a16="http://schemas.microsoft.com/office/drawing/2014/main" id="{D1A5E50C-7A92-6F49-870C-2507B203D755}"/>
              </a:ext>
            </a:extLst>
          </p:cNvPr>
          <p:cNvSpPr/>
          <p:nvPr/>
        </p:nvSpPr>
        <p:spPr>
          <a:xfrm>
            <a:off x="7981952" y="948970"/>
            <a:ext cx="4210048" cy="691457"/>
          </a:xfrm>
          <a:prstGeom prst="rect">
            <a:avLst/>
          </a:prstGeom>
          <a:solidFill>
            <a:schemeClr val="accent2"/>
          </a:solidFill>
          <a:ln w="12700">
            <a:miter lim="400000"/>
          </a:ln>
          <a:extLst>
            <a:ext uri="{C572A759-6A51-4108-AA02-DFA0A04FC94B}">
              <ma14:wrappingTextBoxFlag xmlns="" xmlns:ma14="http://schemas.microsoft.com/office/mac/drawingml/2011/main" val="1"/>
            </a:ext>
          </a:extLst>
        </p:spPr>
        <p:txBody>
          <a:bodyPr wrap="square" lIns="0" tIns="28575" rIns="0" bIns="28575" anchor="ctr">
            <a:noAutofit/>
          </a:bodyPr>
          <a:lstStyle/>
          <a:p>
            <a:pPr marR="23813" indent="23813" algn="ctr" defTabSz="309567">
              <a:lnSpc>
                <a:spcPct val="90000"/>
              </a:lnSpc>
              <a:defRPr sz="2800" cap="all">
                <a:solidFill>
                  <a:srgbClr val="FFFFFF"/>
                </a:solidFill>
                <a:latin typeface="Oswald DemiBold"/>
                <a:ea typeface="Oswald DemiBold"/>
                <a:cs typeface="Oswald DemiBold"/>
                <a:sym typeface="Oswald DemiBold"/>
              </a:defRPr>
            </a:pPr>
            <a:endParaRPr sz="1200" b="1" kern="0" cap="all" spc="100">
              <a:solidFill>
                <a:srgbClr val="FFFFFF"/>
              </a:solidFill>
              <a:latin typeface="Calibri" charset="0"/>
              <a:ea typeface="Calibri" charset="0"/>
              <a:cs typeface="Calibri" charset="0"/>
              <a:sym typeface="Oswald DemiBold"/>
            </a:endParaRPr>
          </a:p>
        </p:txBody>
      </p:sp>
      <p:sp>
        <p:nvSpPr>
          <p:cNvPr id="9" name="Title Placeholder 1">
            <a:extLst>
              <a:ext uri="{FF2B5EF4-FFF2-40B4-BE49-F238E27FC236}">
                <a16:creationId xmlns:a16="http://schemas.microsoft.com/office/drawing/2014/main" id="{D86B7237-6AD3-844E-9A6E-C3E0C1013AD4}"/>
              </a:ext>
            </a:extLst>
          </p:cNvPr>
          <p:cNvSpPr>
            <a:spLocks noGrp="1"/>
          </p:cNvSpPr>
          <p:nvPr>
            <p:ph type="body" sz="quarter" idx="12" hasCustomPrompt="1"/>
          </p:nvPr>
        </p:nvSpPr>
        <p:spPr>
          <a:xfrm>
            <a:off x="7981952" y="1025995"/>
            <a:ext cx="4210049" cy="585216"/>
          </a:xfrm>
          <a:noFill/>
          <a:ln>
            <a:noFill/>
          </a:ln>
        </p:spPr>
        <p:txBody>
          <a:bodyPr wrap="none" lIns="91440" tIns="0" rIns="91440" bIns="0" anchor="ctr">
            <a:noAutofit/>
          </a:bodyPr>
          <a:lstStyle>
            <a:lvl1pPr marL="0" indent="0" algn="ctr">
              <a:buNone/>
              <a:defRPr sz="1200" b="1" i="0" cap="all" spc="200" baseline="0">
                <a:solidFill>
                  <a:schemeClr val="bg1"/>
                </a:solidFill>
              </a:defRPr>
            </a:lvl1pPr>
            <a:lvl2pPr marL="457200" indent="0">
              <a:buNone/>
              <a:defRPr b="1" i="0" cap="all" spc="200" baseline="0"/>
            </a:lvl2pPr>
            <a:lvl3pPr marL="914400" indent="0">
              <a:buNone/>
              <a:defRPr b="1" i="0" cap="all" spc="200" baseline="0"/>
            </a:lvl3pPr>
            <a:lvl4pPr marL="1371600" indent="0">
              <a:buNone/>
              <a:defRPr b="1" i="0" cap="all" spc="200" baseline="0"/>
            </a:lvl4pPr>
            <a:lvl5pPr marL="1828800" indent="0">
              <a:buFont typeface="Arial" panose="020B0604020202020204" pitchFamily="34" charset="0"/>
              <a:buNone/>
              <a:defRPr b="1" i="0" cap="all" spc="200" baseline="0"/>
            </a:lvl5pPr>
          </a:lstStyle>
          <a:p>
            <a:pPr lvl="0"/>
            <a:r>
              <a:rPr lang="en-US"/>
              <a:t>ADD TITILE HERE</a:t>
            </a:r>
          </a:p>
        </p:txBody>
      </p:sp>
      <p:sp>
        <p:nvSpPr>
          <p:cNvPr id="10" name="Content Placeholder 5">
            <a:extLst>
              <a:ext uri="{FF2B5EF4-FFF2-40B4-BE49-F238E27FC236}">
                <a16:creationId xmlns:a16="http://schemas.microsoft.com/office/drawing/2014/main" id="{94328E10-B013-0A4C-A50C-6D1D6CFD70B7}"/>
              </a:ext>
            </a:extLst>
          </p:cNvPr>
          <p:cNvSpPr>
            <a:spLocks noGrp="1"/>
          </p:cNvSpPr>
          <p:nvPr>
            <p:ph sz="quarter" idx="10" hasCustomPrompt="1"/>
          </p:nvPr>
        </p:nvSpPr>
        <p:spPr>
          <a:xfrm>
            <a:off x="8257618" y="2363053"/>
            <a:ext cx="3541837" cy="4072467"/>
          </a:xfrm>
        </p:spPr>
        <p:txBody>
          <a:bodyPr/>
          <a:lstStyle>
            <a:lvl1pPr marL="0" marR="0" indent="0" algn="l" defTabSz="914400" rtl="0" eaLnBrk="1" fontAlgn="auto" latinLnBrk="0" hangingPunct="1">
              <a:lnSpc>
                <a:spcPts val="1480"/>
              </a:lnSpc>
              <a:spcBef>
                <a:spcPts val="264"/>
              </a:spcBef>
              <a:spcAft>
                <a:spcPts val="300"/>
              </a:spcAft>
              <a:buClrTx/>
              <a:buSzTx/>
              <a:buFont typeface="Arial" panose="020B0604020202020204" pitchFamily="34" charset="0"/>
              <a:buNone/>
              <a:tabLst/>
              <a:defRPr sz="900">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p>
          <a:p>
            <a:pPr marL="171450" marR="0" lvl="0" indent="-171450" algn="l" defTabSz="914400" rtl="0" eaLnBrk="1" fontAlgn="auto" latinLnBrk="0" hangingPunct="1">
              <a:lnSpc>
                <a:spcPts val="1480"/>
              </a:lnSpc>
              <a:spcBef>
                <a:spcPts val="264"/>
              </a:spcBef>
              <a:spcAft>
                <a:spcPts val="300"/>
              </a:spcAft>
              <a:buClrTx/>
              <a:buSzTx/>
              <a:buFont typeface="Arial" panose="020B0604020202020204" pitchFamily="34" charset="0"/>
              <a:buChar char="•"/>
              <a:tabLst/>
              <a:defRPr/>
            </a:pP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p>
        </p:txBody>
      </p:sp>
      <p:sp>
        <p:nvSpPr>
          <p:cNvPr id="11" name="Text Placeholder 4">
            <a:extLst>
              <a:ext uri="{FF2B5EF4-FFF2-40B4-BE49-F238E27FC236}">
                <a16:creationId xmlns:a16="http://schemas.microsoft.com/office/drawing/2014/main" id="{ABD56F5B-8455-0345-910E-53CDD8476F9B}"/>
              </a:ext>
            </a:extLst>
          </p:cNvPr>
          <p:cNvSpPr>
            <a:spLocks noGrp="1"/>
          </p:cNvSpPr>
          <p:nvPr>
            <p:ph type="body" sz="quarter" idx="13" hasCustomPrompt="1"/>
          </p:nvPr>
        </p:nvSpPr>
        <p:spPr>
          <a:xfrm>
            <a:off x="8257618" y="1905852"/>
            <a:ext cx="3541837" cy="457200"/>
          </a:xfrm>
        </p:spPr>
        <p:txBody>
          <a:bodyPr wrap="none" bIns="0">
            <a:noAutofit/>
          </a:bodyPr>
          <a:lstStyle>
            <a:lvl1pPr marL="0" indent="0">
              <a:spcBef>
                <a:spcPts val="288"/>
              </a:spcBef>
              <a:buNone/>
              <a:defRPr sz="1200" b="1" i="0" cap="all" spc="200" baseline="0">
                <a:solidFill>
                  <a:schemeClr val="accent2"/>
                </a:solidFill>
              </a:defRPr>
            </a:lvl1pPr>
          </a:lstStyle>
          <a:p>
            <a:pPr lvl="0"/>
            <a:r>
              <a:rPr lang="en-US"/>
              <a:t>Highlight goes here</a:t>
            </a:r>
          </a:p>
        </p:txBody>
      </p:sp>
    </p:spTree>
    <p:extLst>
      <p:ext uri="{BB962C8B-B14F-4D97-AF65-F5344CB8AC3E}">
        <p14:creationId xmlns:p14="http://schemas.microsoft.com/office/powerpoint/2010/main" val="27269758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Slide Number Placeholder 1"/>
          <p:cNvSpPr>
            <a:spLocks noGrp="1"/>
          </p:cNvSpPr>
          <p:nvPr>
            <p:ph type="sldNum" sz="quarter" idx="4"/>
          </p:nvPr>
        </p:nvSpPr>
        <p:spPr>
          <a:xfrm>
            <a:off x="9884588" y="6435520"/>
            <a:ext cx="1831163" cy="422483"/>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17472049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reaker - EPAM Blu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74607" y="2404305"/>
            <a:ext cx="7442791" cy="1626909"/>
          </a:xfrm>
          <a:ln w="6350">
            <a:solidFill>
              <a:schemeClr val="bg1"/>
            </a:solidFill>
          </a:ln>
        </p:spPr>
        <p:txBody>
          <a:bodyPr/>
          <a:lstStyle>
            <a:lvl1pPr algn="ctr">
              <a:lnSpc>
                <a:spcPct val="100000"/>
              </a:lnSpc>
              <a:spcBef>
                <a:spcPts val="380"/>
              </a:spcBef>
              <a:spcAft>
                <a:spcPts val="300"/>
              </a:spcAft>
              <a:defRPr sz="1600" b="1" spc="200" baseline="0">
                <a:latin typeface="+mn-lt"/>
              </a:defRPr>
            </a:lvl1pPr>
          </a:lstStyle>
          <a:p>
            <a:r>
              <a:rPr lang="en-US" dirty="0"/>
              <a:t>Please add BREAKER SLIDE TITLE HERE</a:t>
            </a:r>
            <a:br>
              <a:rPr lang="en-US" dirty="0"/>
            </a:br>
            <a:r>
              <a:rPr lang="en-US" dirty="0"/>
              <a:t>Please add SECOND LINE OF TITLE HERE</a:t>
            </a:r>
          </a:p>
        </p:txBody>
      </p:sp>
    </p:spTree>
    <p:extLst>
      <p:ext uri="{BB962C8B-B14F-4D97-AF65-F5344CB8AC3E}">
        <p14:creationId xmlns:p14="http://schemas.microsoft.com/office/powerpoint/2010/main" val="32412942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Breaker - Bright Blu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74607" y="2404305"/>
            <a:ext cx="7442791" cy="1626909"/>
          </a:xfrm>
          <a:ln w="6350">
            <a:solidFill>
              <a:schemeClr val="bg1"/>
            </a:solidFill>
          </a:ln>
        </p:spPr>
        <p:txBody>
          <a:bodyPr/>
          <a:lstStyle>
            <a:lvl1pPr algn="ctr">
              <a:lnSpc>
                <a:spcPct val="100000"/>
              </a:lnSpc>
              <a:spcBef>
                <a:spcPts val="380"/>
              </a:spcBef>
              <a:spcAft>
                <a:spcPts val="300"/>
              </a:spcAft>
              <a:defRPr sz="1600" b="1" spc="200" baseline="0"/>
            </a:lvl1pPr>
          </a:lstStyle>
          <a:p>
            <a:r>
              <a:rPr lang="en-US" dirty="0"/>
              <a:t>Please add BREAKER SLIDE TITLE HERE</a:t>
            </a:r>
            <a:br>
              <a:rPr lang="en-US" dirty="0"/>
            </a:br>
            <a:r>
              <a:rPr lang="en-US" dirty="0"/>
              <a:t>Please add SECOND LINE OF TITLE HERE</a:t>
            </a:r>
          </a:p>
        </p:txBody>
      </p:sp>
    </p:spTree>
    <p:extLst>
      <p:ext uri="{BB962C8B-B14F-4D97-AF65-F5344CB8AC3E}">
        <p14:creationId xmlns:p14="http://schemas.microsoft.com/office/powerpoint/2010/main" val="10891924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Breaker - Lime Green">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74607" y="2404305"/>
            <a:ext cx="7442791" cy="1626909"/>
          </a:xfrm>
          <a:ln w="6350">
            <a:solidFill>
              <a:schemeClr val="bg1"/>
            </a:solidFill>
          </a:ln>
        </p:spPr>
        <p:txBody>
          <a:bodyPr/>
          <a:lstStyle>
            <a:lvl1pPr algn="ctr">
              <a:lnSpc>
                <a:spcPct val="100000"/>
              </a:lnSpc>
              <a:spcBef>
                <a:spcPts val="380"/>
              </a:spcBef>
              <a:spcAft>
                <a:spcPts val="300"/>
              </a:spcAft>
              <a:defRPr sz="1600" b="1" spc="200" baseline="0"/>
            </a:lvl1pPr>
          </a:lstStyle>
          <a:p>
            <a:r>
              <a:rPr lang="en-US" dirty="0"/>
              <a:t>Please add BREAKER SLIDE TITLE HERE</a:t>
            </a:r>
            <a:br>
              <a:rPr lang="en-US" dirty="0"/>
            </a:br>
            <a:r>
              <a:rPr lang="en-US" dirty="0"/>
              <a:t>Please add SECOND LINE OF TITLE HERE</a:t>
            </a:r>
          </a:p>
        </p:txBody>
      </p:sp>
    </p:spTree>
    <p:extLst>
      <p:ext uri="{BB962C8B-B14F-4D97-AF65-F5344CB8AC3E}">
        <p14:creationId xmlns:p14="http://schemas.microsoft.com/office/powerpoint/2010/main" val="10225996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reaker - Coral">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74607" y="2404305"/>
            <a:ext cx="7442791" cy="1626909"/>
          </a:xfrm>
          <a:ln w="6350">
            <a:solidFill>
              <a:schemeClr val="bg1"/>
            </a:solidFill>
          </a:ln>
        </p:spPr>
        <p:txBody>
          <a:bodyPr/>
          <a:lstStyle>
            <a:lvl1pPr algn="ctr">
              <a:lnSpc>
                <a:spcPct val="100000"/>
              </a:lnSpc>
              <a:spcBef>
                <a:spcPts val="380"/>
              </a:spcBef>
              <a:spcAft>
                <a:spcPts val="300"/>
              </a:spcAft>
              <a:defRPr sz="1600" b="1" spc="200" baseline="0"/>
            </a:lvl1pPr>
          </a:lstStyle>
          <a:p>
            <a:r>
              <a:rPr lang="en-US" dirty="0"/>
              <a:t>Please add BREAKER SLIDE TITLE HERE</a:t>
            </a:r>
            <a:br>
              <a:rPr lang="en-US" dirty="0"/>
            </a:br>
            <a:r>
              <a:rPr lang="en-US" dirty="0"/>
              <a:t>Please add SECOND LINE OF TITLE HERE</a:t>
            </a:r>
          </a:p>
        </p:txBody>
      </p:sp>
    </p:spTree>
    <p:extLst>
      <p:ext uri="{BB962C8B-B14F-4D97-AF65-F5344CB8AC3E}">
        <p14:creationId xmlns:p14="http://schemas.microsoft.com/office/powerpoint/2010/main" val="18897600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ver">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08621" y="1883221"/>
            <a:ext cx="5754624" cy="1895904"/>
          </a:xfrm>
        </p:spPr>
        <p:txBody>
          <a:bodyPr/>
          <a:lstStyle>
            <a:lvl1pPr>
              <a:defRPr>
                <a:solidFill>
                  <a:schemeClr val="bg1"/>
                </a:solidFill>
              </a:defRPr>
            </a:lvl1pPr>
          </a:lstStyle>
          <a:p>
            <a:r>
              <a:rPr lang="en-US" dirty="0"/>
              <a:t>Please add title here</a:t>
            </a:r>
          </a:p>
        </p:txBody>
      </p:sp>
      <p:sp>
        <p:nvSpPr>
          <p:cNvPr id="3" name="Date Placeholder 2"/>
          <p:cNvSpPr>
            <a:spLocks noGrp="1"/>
          </p:cNvSpPr>
          <p:nvPr>
            <p:ph type="dt" sz="half" idx="10"/>
          </p:nvPr>
        </p:nvSpPr>
        <p:spPr/>
        <p:txBody>
          <a:bodyPr tIns="0" anchor="ctr" anchorCtr="0"/>
          <a:lstStyle>
            <a:lvl1pPr>
              <a:defRPr cap="all" baseline="0">
                <a:solidFill>
                  <a:schemeClr val="bg1"/>
                </a:solidFill>
              </a:defRPr>
            </a:lvl1pPr>
          </a:lstStyle>
          <a:p>
            <a:endParaRPr lang="en-US" dirty="0"/>
          </a:p>
        </p:txBody>
      </p:sp>
      <p:sp>
        <p:nvSpPr>
          <p:cNvPr id="7" name="Text Placeholder 6"/>
          <p:cNvSpPr>
            <a:spLocks noGrp="1"/>
          </p:cNvSpPr>
          <p:nvPr>
            <p:ph type="body" sz="quarter" idx="11" hasCustomPrompt="1"/>
          </p:nvPr>
        </p:nvSpPr>
        <p:spPr>
          <a:xfrm>
            <a:off x="708621" y="4066329"/>
            <a:ext cx="5754624" cy="418576"/>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dirty="0"/>
              <a:t>Please add subtitle here</a:t>
            </a:r>
          </a:p>
        </p:txBody>
      </p:sp>
      <p:pic>
        <p:nvPicPr>
          <p:cNvPr id="5" name="Picture Placeholder 6"/>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111916" y="0"/>
            <a:ext cx="5080000" cy="6858000"/>
          </a:xfrm>
          <a:prstGeom prst="rect">
            <a:avLst/>
          </a:prstGeom>
        </p:spPr>
      </p:pic>
      <p:sp>
        <p:nvSpPr>
          <p:cNvPr id="6" name="Rectangle 5"/>
          <p:cNvSpPr/>
          <p:nvPr userDrawn="1"/>
        </p:nvSpPr>
        <p:spPr>
          <a:xfrm>
            <a:off x="7111916" y="0"/>
            <a:ext cx="5080000" cy="6858000"/>
          </a:xfrm>
          <a:prstGeom prst="rect">
            <a:avLst/>
          </a:prstGeom>
          <a:solidFill>
            <a:srgbClr val="464547">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lIns="121912" tIns="60956" rIns="121912" bIns="60956" rtlCol="0" anchor="ctr"/>
          <a:lstStyle/>
          <a:p>
            <a:pPr algn="ctr"/>
            <a:endParaRPr lang="en-US" sz="2400"/>
          </a:p>
        </p:txBody>
      </p:sp>
      <p:pic>
        <p:nvPicPr>
          <p:cNvPr id="8" name="Picture 7"/>
          <p:cNvPicPr>
            <a:picLocks noChangeAspect="1"/>
          </p:cNvPicPr>
          <p:nvPr userDrawn="1"/>
        </p:nvPicPr>
        <p:blipFill rotWithShape="1">
          <a:blip r:embed="rId3" cstate="print">
            <a:extLst>
              <a:ext uri="{28A0092B-C50C-407E-A947-70E740481C1C}">
                <a14:useLocalDpi xmlns:a14="http://schemas.microsoft.com/office/drawing/2010/main" val="0"/>
              </a:ext>
            </a:extLst>
          </a:blip>
          <a:srcRect l="-1"/>
          <a:stretch/>
        </p:blipFill>
        <p:spPr>
          <a:xfrm rot="5400000">
            <a:off x="3689636" y="3075432"/>
            <a:ext cx="6858000" cy="707136"/>
          </a:xfrm>
          <a:prstGeom prst="rect">
            <a:avLst/>
          </a:prstGeom>
        </p:spPr>
      </p:pic>
      <p:pic>
        <p:nvPicPr>
          <p:cNvPr id="9" name="Picture 8"/>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10800000" flipH="1" flipV="1">
            <a:off x="837173" y="681708"/>
            <a:ext cx="1188379" cy="421377"/>
          </a:xfrm>
          <a:prstGeom prst="rect">
            <a:avLst/>
          </a:prstGeom>
        </p:spPr>
      </p:pic>
    </p:spTree>
    <p:extLst>
      <p:ext uri="{BB962C8B-B14F-4D97-AF65-F5344CB8AC3E}">
        <p14:creationId xmlns:p14="http://schemas.microsoft.com/office/powerpoint/2010/main" val="3921984135"/>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ver with Custom Pictur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08621" y="1883221"/>
            <a:ext cx="5754624" cy="1895904"/>
          </a:xfrm>
        </p:spPr>
        <p:txBody>
          <a:bodyPr/>
          <a:lstStyle>
            <a:lvl1pPr>
              <a:defRPr>
                <a:solidFill>
                  <a:schemeClr val="bg1"/>
                </a:solidFill>
              </a:defRPr>
            </a:lvl1pPr>
          </a:lstStyle>
          <a:p>
            <a:r>
              <a:rPr lang="en-US" dirty="0"/>
              <a:t>Please add title here</a:t>
            </a:r>
          </a:p>
        </p:txBody>
      </p:sp>
      <p:sp>
        <p:nvSpPr>
          <p:cNvPr id="3" name="Date Placeholder 2"/>
          <p:cNvSpPr>
            <a:spLocks noGrp="1"/>
          </p:cNvSpPr>
          <p:nvPr>
            <p:ph type="dt" sz="half" idx="10"/>
          </p:nvPr>
        </p:nvSpPr>
        <p:spPr/>
        <p:txBody>
          <a:bodyPr tIns="0" anchor="ctr" anchorCtr="0"/>
          <a:lstStyle>
            <a:lvl1pPr>
              <a:defRPr cap="all" baseline="0">
                <a:solidFill>
                  <a:schemeClr val="bg1"/>
                </a:solidFill>
              </a:defRPr>
            </a:lvl1pPr>
          </a:lstStyle>
          <a:p>
            <a:endParaRPr lang="en-US" dirty="0"/>
          </a:p>
        </p:txBody>
      </p:sp>
      <p:sp>
        <p:nvSpPr>
          <p:cNvPr id="7" name="Text Placeholder 6"/>
          <p:cNvSpPr>
            <a:spLocks noGrp="1"/>
          </p:cNvSpPr>
          <p:nvPr>
            <p:ph type="body" sz="quarter" idx="11" hasCustomPrompt="1"/>
          </p:nvPr>
        </p:nvSpPr>
        <p:spPr>
          <a:xfrm>
            <a:off x="708621" y="4066329"/>
            <a:ext cx="5754624" cy="418576"/>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dirty="0"/>
              <a:t>Please add subtitle here</a:t>
            </a:r>
          </a:p>
        </p:txBody>
      </p:sp>
      <p:sp>
        <p:nvSpPr>
          <p:cNvPr id="5" name="Picture Placeholder 4"/>
          <p:cNvSpPr>
            <a:spLocks noGrp="1"/>
          </p:cNvSpPr>
          <p:nvPr>
            <p:ph type="pic" sz="quarter" idx="12" hasCustomPrompt="1"/>
          </p:nvPr>
        </p:nvSpPr>
        <p:spPr>
          <a:xfrm>
            <a:off x="7112000" y="0"/>
            <a:ext cx="5080000" cy="6858000"/>
          </a:xfrm>
          <a:prstGeom prst="rect">
            <a:avLst/>
          </a:prstGeom>
          <a:noFill/>
          <a:ln>
            <a:noFill/>
          </a:ln>
        </p:spPr>
        <p:txBody>
          <a:bodyPr anchor="ctr"/>
          <a:lstStyle>
            <a:lvl1pPr algn="ctr">
              <a:defRPr baseline="0"/>
            </a:lvl1pPr>
          </a:lstStyle>
          <a:p>
            <a:r>
              <a:rPr lang="en-US" dirty="0"/>
              <a:t>Please add cover picture here</a:t>
            </a:r>
          </a:p>
          <a:p>
            <a:endParaRPr lang="en-US" dirty="0"/>
          </a:p>
          <a:p>
            <a:endParaRPr lang="en-US" dirty="0"/>
          </a:p>
        </p:txBody>
      </p:sp>
      <p:sp>
        <p:nvSpPr>
          <p:cNvPr id="11" name="Text Placeholder 10"/>
          <p:cNvSpPr>
            <a:spLocks noGrp="1"/>
          </p:cNvSpPr>
          <p:nvPr>
            <p:ph type="body" sz="quarter" idx="13" hasCustomPrompt="1"/>
          </p:nvPr>
        </p:nvSpPr>
        <p:spPr>
          <a:xfrm>
            <a:off x="6765068" y="0"/>
            <a:ext cx="707136" cy="6858000"/>
          </a:xfrm>
          <a:prstGeom prst="rect">
            <a:avLst/>
          </a:prstGeom>
          <a:blipFill>
            <a:blip r:embed="rId2"/>
            <a:stretch>
              <a:fillRect/>
            </a:stretch>
          </a:blipFill>
        </p:spPr>
        <p:txBody>
          <a:bodyPr/>
          <a:lstStyle/>
          <a:p>
            <a:pPr lvl="0"/>
            <a:r>
              <a:rPr lang="en-US" dirty="0"/>
              <a:t> </a:t>
            </a:r>
          </a:p>
        </p:txBody>
      </p:sp>
      <p:pic>
        <p:nvPicPr>
          <p:cNvPr id="8" name="Picture 7"/>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10800000" flipH="1" flipV="1">
            <a:off x="837173" y="681708"/>
            <a:ext cx="1188379" cy="421377"/>
          </a:xfrm>
          <a:prstGeom prst="rect">
            <a:avLst/>
          </a:prstGeom>
        </p:spPr>
      </p:pic>
    </p:spTree>
    <p:extLst>
      <p:ext uri="{BB962C8B-B14F-4D97-AF65-F5344CB8AC3E}">
        <p14:creationId xmlns:p14="http://schemas.microsoft.com/office/powerpoint/2010/main" val="3421059776"/>
      </p:ext>
    </p:extLst>
  </p:cSld>
  <p:clrMapOvr>
    <a:masterClrMapping/>
  </p:clrMapOvr>
  <p:extLst>
    <p:ext uri="{DCECCB84-F9BA-43D5-87BE-67443E8EF086}">
      <p15:sldGuideLst xmlns:p15="http://schemas.microsoft.com/office/powerpoint/2012/main">
        <p15:guide id="1" pos="33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nvas">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73168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08621" y="1883221"/>
            <a:ext cx="5754624" cy="1895904"/>
          </a:xfrm>
        </p:spPr>
        <p:txBody>
          <a:bodyPr/>
          <a:lstStyle>
            <a:lvl1pPr>
              <a:defRPr>
                <a:solidFill>
                  <a:schemeClr val="bg1"/>
                </a:solidFill>
              </a:defRPr>
            </a:lvl1pPr>
          </a:lstStyle>
          <a:p>
            <a:r>
              <a:rPr lang="en-US" dirty="0"/>
              <a:t>Please add title here</a:t>
            </a:r>
          </a:p>
        </p:txBody>
      </p:sp>
      <p:sp>
        <p:nvSpPr>
          <p:cNvPr id="3" name="Date Placeholder 2"/>
          <p:cNvSpPr>
            <a:spLocks noGrp="1"/>
          </p:cNvSpPr>
          <p:nvPr>
            <p:ph type="dt" sz="half" idx="10"/>
          </p:nvPr>
        </p:nvSpPr>
        <p:spPr/>
        <p:txBody>
          <a:bodyPr tIns="0" anchor="ctr" anchorCtr="0"/>
          <a:lstStyle>
            <a:lvl1pPr>
              <a:defRPr cap="all" baseline="0">
                <a:solidFill>
                  <a:schemeClr val="bg1"/>
                </a:solidFill>
              </a:defRPr>
            </a:lvl1pPr>
          </a:lstStyle>
          <a:p>
            <a:endParaRPr lang="en-US" dirty="0"/>
          </a:p>
        </p:txBody>
      </p:sp>
      <p:sp>
        <p:nvSpPr>
          <p:cNvPr id="7" name="Text Placeholder 6"/>
          <p:cNvSpPr>
            <a:spLocks noGrp="1"/>
          </p:cNvSpPr>
          <p:nvPr>
            <p:ph type="body" sz="quarter" idx="11" hasCustomPrompt="1"/>
          </p:nvPr>
        </p:nvSpPr>
        <p:spPr>
          <a:xfrm>
            <a:off x="708621" y="4066329"/>
            <a:ext cx="5754624" cy="418576"/>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dirty="0"/>
              <a:t>Please add subtitle here</a:t>
            </a:r>
          </a:p>
        </p:txBody>
      </p:sp>
      <p:pic>
        <p:nvPicPr>
          <p:cNvPr id="5" name="Picture Placeholder 6"/>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111916" y="0"/>
            <a:ext cx="5080000" cy="6858000"/>
          </a:xfrm>
          <a:prstGeom prst="rect">
            <a:avLst/>
          </a:prstGeom>
        </p:spPr>
      </p:pic>
      <p:sp>
        <p:nvSpPr>
          <p:cNvPr id="6" name="Rectangle 5"/>
          <p:cNvSpPr/>
          <p:nvPr/>
        </p:nvSpPr>
        <p:spPr>
          <a:xfrm>
            <a:off x="7111916" y="0"/>
            <a:ext cx="5080000" cy="6858000"/>
          </a:xfrm>
          <a:prstGeom prst="rect">
            <a:avLst/>
          </a:prstGeom>
          <a:solidFill>
            <a:srgbClr val="464547">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lIns="121912" tIns="60956" rIns="121912" bIns="60956" rtlCol="0" anchor="ctr"/>
          <a:lstStyle/>
          <a:p>
            <a:pPr algn="ctr"/>
            <a:endParaRPr lang="en-US" sz="2400"/>
          </a:p>
        </p:txBody>
      </p:sp>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l="-1"/>
          <a:stretch/>
        </p:blipFill>
        <p:spPr>
          <a:xfrm rot="5400000">
            <a:off x="3689636" y="3075432"/>
            <a:ext cx="6858000" cy="707136"/>
          </a:xfrm>
          <a:prstGeom prst="rect">
            <a:avLst/>
          </a:prstGeom>
        </p:spPr>
      </p:pic>
      <p:pic>
        <p:nvPicPr>
          <p:cNvPr id="9" name="Picture 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10800000" flipH="1" flipV="1">
            <a:off x="837173" y="681708"/>
            <a:ext cx="1188379" cy="421377"/>
          </a:xfrm>
          <a:prstGeom prst="rect">
            <a:avLst/>
          </a:prstGeom>
        </p:spPr>
      </p:pic>
      <p:pic>
        <p:nvPicPr>
          <p:cNvPr id="10" name="Picture Placeholder 6">
            <a:extLst>
              <a:ext uri="{FF2B5EF4-FFF2-40B4-BE49-F238E27FC236}">
                <a16:creationId xmlns:a16="http://schemas.microsoft.com/office/drawing/2014/main" id="{F08493D2-0C14-4403-A7EC-7CF0C1467AA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111916" y="0"/>
            <a:ext cx="5080000" cy="6858000"/>
          </a:xfrm>
          <a:prstGeom prst="rect">
            <a:avLst/>
          </a:prstGeom>
        </p:spPr>
      </p:pic>
      <p:sp>
        <p:nvSpPr>
          <p:cNvPr id="11" name="Rectangle 10">
            <a:extLst>
              <a:ext uri="{FF2B5EF4-FFF2-40B4-BE49-F238E27FC236}">
                <a16:creationId xmlns:a16="http://schemas.microsoft.com/office/drawing/2014/main" id="{782E0E8A-B210-4375-8C34-6AF0FDDBC8C2}"/>
              </a:ext>
            </a:extLst>
          </p:cNvPr>
          <p:cNvSpPr/>
          <p:nvPr userDrawn="1"/>
        </p:nvSpPr>
        <p:spPr>
          <a:xfrm>
            <a:off x="7111916" y="0"/>
            <a:ext cx="5080000" cy="6858000"/>
          </a:xfrm>
          <a:prstGeom prst="rect">
            <a:avLst/>
          </a:prstGeom>
          <a:solidFill>
            <a:srgbClr val="464547">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lIns="121912" tIns="60956" rIns="121912" bIns="60956" rtlCol="0" anchor="ctr"/>
          <a:lstStyle/>
          <a:p>
            <a:pPr algn="ctr"/>
            <a:endParaRPr lang="en-US" sz="2400"/>
          </a:p>
        </p:txBody>
      </p:sp>
      <p:pic>
        <p:nvPicPr>
          <p:cNvPr id="12" name="Picture 11">
            <a:extLst>
              <a:ext uri="{FF2B5EF4-FFF2-40B4-BE49-F238E27FC236}">
                <a16:creationId xmlns:a16="http://schemas.microsoft.com/office/drawing/2014/main" id="{DC91570C-AC2E-4D59-B487-9550C7A243FA}"/>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1"/>
          <a:stretch/>
        </p:blipFill>
        <p:spPr>
          <a:xfrm rot="5400000">
            <a:off x="3689636" y="3075432"/>
            <a:ext cx="6858000" cy="707136"/>
          </a:xfrm>
          <a:prstGeom prst="rect">
            <a:avLst/>
          </a:prstGeom>
        </p:spPr>
      </p:pic>
      <p:pic>
        <p:nvPicPr>
          <p:cNvPr id="13" name="Picture 12">
            <a:extLst>
              <a:ext uri="{FF2B5EF4-FFF2-40B4-BE49-F238E27FC236}">
                <a16:creationId xmlns:a16="http://schemas.microsoft.com/office/drawing/2014/main" id="{5E8ECF8E-6CC7-4650-B602-F168C844C3D0}"/>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10800000" flipH="1" flipV="1">
            <a:off x="837173" y="681708"/>
            <a:ext cx="1188379" cy="421377"/>
          </a:xfrm>
          <a:prstGeom prst="rect">
            <a:avLst/>
          </a:prstGeom>
        </p:spPr>
      </p:pic>
    </p:spTree>
    <p:extLst>
      <p:ext uri="{BB962C8B-B14F-4D97-AF65-F5344CB8AC3E}">
        <p14:creationId xmlns:p14="http://schemas.microsoft.com/office/powerpoint/2010/main" val="1258893973"/>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ver with Custom Pictur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08621" y="1883221"/>
            <a:ext cx="5754624" cy="1895904"/>
          </a:xfrm>
        </p:spPr>
        <p:txBody>
          <a:bodyPr/>
          <a:lstStyle>
            <a:lvl1pPr>
              <a:defRPr>
                <a:solidFill>
                  <a:schemeClr val="bg1"/>
                </a:solidFill>
              </a:defRPr>
            </a:lvl1pPr>
          </a:lstStyle>
          <a:p>
            <a:r>
              <a:rPr lang="en-US" dirty="0"/>
              <a:t>Please add title here</a:t>
            </a:r>
          </a:p>
        </p:txBody>
      </p:sp>
      <p:sp>
        <p:nvSpPr>
          <p:cNvPr id="3" name="Date Placeholder 2"/>
          <p:cNvSpPr>
            <a:spLocks noGrp="1"/>
          </p:cNvSpPr>
          <p:nvPr>
            <p:ph type="dt" sz="half" idx="10"/>
          </p:nvPr>
        </p:nvSpPr>
        <p:spPr>
          <a:xfrm>
            <a:off x="708621" y="5125025"/>
            <a:ext cx="2593768" cy="532608"/>
          </a:xfrm>
        </p:spPr>
        <p:txBody>
          <a:bodyPr tIns="0" anchor="ctr" anchorCtr="0"/>
          <a:lstStyle>
            <a:lvl1pPr>
              <a:defRPr cap="all" baseline="0">
                <a:solidFill>
                  <a:schemeClr val="bg1"/>
                </a:solidFill>
              </a:defRPr>
            </a:lvl1pPr>
          </a:lstStyle>
          <a:p>
            <a:endParaRPr lang="en-US" dirty="0"/>
          </a:p>
        </p:txBody>
      </p:sp>
      <p:sp>
        <p:nvSpPr>
          <p:cNvPr id="7" name="Text Placeholder 6"/>
          <p:cNvSpPr>
            <a:spLocks noGrp="1"/>
          </p:cNvSpPr>
          <p:nvPr>
            <p:ph type="body" sz="quarter" idx="11" hasCustomPrompt="1"/>
          </p:nvPr>
        </p:nvSpPr>
        <p:spPr>
          <a:xfrm>
            <a:off x="708621" y="4066329"/>
            <a:ext cx="5754624" cy="418576"/>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dirty="0"/>
              <a:t>Please add subtitle here</a:t>
            </a:r>
          </a:p>
        </p:txBody>
      </p:sp>
      <p:sp>
        <p:nvSpPr>
          <p:cNvPr id="5" name="Picture Placeholder 4"/>
          <p:cNvSpPr>
            <a:spLocks noGrp="1"/>
          </p:cNvSpPr>
          <p:nvPr>
            <p:ph type="pic" sz="quarter" idx="12" hasCustomPrompt="1"/>
          </p:nvPr>
        </p:nvSpPr>
        <p:spPr>
          <a:xfrm>
            <a:off x="7112000" y="0"/>
            <a:ext cx="5080000" cy="6858000"/>
          </a:xfrm>
          <a:prstGeom prst="rect">
            <a:avLst/>
          </a:prstGeom>
          <a:noFill/>
          <a:ln>
            <a:noFill/>
          </a:ln>
        </p:spPr>
        <p:txBody>
          <a:bodyPr anchor="ctr"/>
          <a:lstStyle>
            <a:lvl1pPr algn="ctr">
              <a:defRPr baseline="0"/>
            </a:lvl1pPr>
          </a:lstStyle>
          <a:p>
            <a:r>
              <a:rPr lang="en-US" dirty="0"/>
              <a:t>Please add cover picture here</a:t>
            </a:r>
          </a:p>
          <a:p>
            <a:endParaRPr lang="en-US" dirty="0"/>
          </a:p>
          <a:p>
            <a:endParaRPr lang="en-US" dirty="0"/>
          </a:p>
        </p:txBody>
      </p:sp>
      <p:sp>
        <p:nvSpPr>
          <p:cNvPr id="11" name="Text Placeholder 10"/>
          <p:cNvSpPr>
            <a:spLocks noGrp="1"/>
          </p:cNvSpPr>
          <p:nvPr>
            <p:ph type="body" sz="quarter" idx="13" hasCustomPrompt="1"/>
          </p:nvPr>
        </p:nvSpPr>
        <p:spPr>
          <a:xfrm>
            <a:off x="6765068" y="0"/>
            <a:ext cx="707136" cy="6858000"/>
          </a:xfrm>
          <a:prstGeom prst="rect">
            <a:avLst/>
          </a:prstGeom>
          <a:blipFill>
            <a:blip r:embed="rId2"/>
            <a:stretch>
              <a:fillRect/>
            </a:stretch>
          </a:blipFill>
        </p:spPr>
        <p:txBody>
          <a:bodyPr/>
          <a:lstStyle/>
          <a:p>
            <a:pPr lvl="0"/>
            <a:r>
              <a:rPr lang="en-US" dirty="0"/>
              <a:t> </a:t>
            </a:r>
          </a:p>
        </p:txBody>
      </p:sp>
      <p:pic>
        <p:nvPicPr>
          <p:cNvPr id="8" name="Picture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10800000" flipH="1" flipV="1">
            <a:off x="837173" y="681708"/>
            <a:ext cx="1188379" cy="421377"/>
          </a:xfrm>
          <a:prstGeom prst="rect">
            <a:avLst/>
          </a:prstGeom>
        </p:spPr>
      </p:pic>
      <p:sp>
        <p:nvSpPr>
          <p:cNvPr id="9" name="TextBox 8">
            <a:extLst>
              <a:ext uri="{FF2B5EF4-FFF2-40B4-BE49-F238E27FC236}">
                <a16:creationId xmlns:a16="http://schemas.microsoft.com/office/drawing/2014/main" id="{2581AF72-7AD6-334A-BFA2-32789379DA3D}"/>
              </a:ext>
            </a:extLst>
          </p:cNvPr>
          <p:cNvSpPr txBox="1"/>
          <p:nvPr/>
        </p:nvSpPr>
        <p:spPr>
          <a:xfrm>
            <a:off x="561867" y="6503131"/>
            <a:ext cx="3229583" cy="235898"/>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933" dirty="0">
                <a:solidFill>
                  <a:schemeClr val="bg1"/>
                </a:solidFill>
                <a:latin typeface="+mj-lt"/>
              </a:rPr>
              <a:t>CONFIDENTIAL  |  </a:t>
            </a:r>
            <a:r>
              <a:rPr lang="en-US" sz="933" b="0" i="0" u="none" strike="noStrike" kern="1200" baseline="0" dirty="0">
                <a:solidFill>
                  <a:schemeClr val="bg1"/>
                </a:solidFill>
                <a:effectLst/>
                <a:latin typeface="+mj-lt"/>
                <a:ea typeface="+mn-ea"/>
                <a:cs typeface="+mn-cs"/>
              </a:rPr>
              <a:t>© 2019 EPAM Systems, Inc.</a:t>
            </a:r>
            <a:endParaRPr lang="en-US" sz="933" dirty="0">
              <a:latin typeface="+mj-lt"/>
            </a:endParaRPr>
          </a:p>
        </p:txBody>
      </p:sp>
      <p:pic>
        <p:nvPicPr>
          <p:cNvPr id="10" name="Picture 9">
            <a:extLst>
              <a:ext uri="{FF2B5EF4-FFF2-40B4-BE49-F238E27FC236}">
                <a16:creationId xmlns:a16="http://schemas.microsoft.com/office/drawing/2014/main" id="{D8545F6D-643E-4BDA-ABB7-90E4B8DDA8C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10800000" flipH="1" flipV="1">
            <a:off x="837173" y="681708"/>
            <a:ext cx="1188379" cy="421377"/>
          </a:xfrm>
          <a:prstGeom prst="rect">
            <a:avLst/>
          </a:prstGeom>
        </p:spPr>
      </p:pic>
    </p:spTree>
    <p:extLst>
      <p:ext uri="{BB962C8B-B14F-4D97-AF65-F5344CB8AC3E}">
        <p14:creationId xmlns:p14="http://schemas.microsoft.com/office/powerpoint/2010/main" val="2827647358"/>
      </p:ext>
    </p:extLst>
  </p:cSld>
  <p:clrMapOvr>
    <a:masterClrMapping/>
  </p:clrMapOvr>
  <p:extLst>
    <p:ext uri="{DCECCB84-F9BA-43D5-87BE-67443E8EF086}">
      <p15:sldGuideLst xmlns:p15="http://schemas.microsoft.com/office/powerpoint/2012/main">
        <p15:guide id="1" pos="33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anvas">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E38DE0-131E-E04E-BD2E-B00FD5B34CB6}"/>
              </a:ext>
            </a:extLst>
          </p:cNvPr>
          <p:cNvSpPr txBox="1"/>
          <p:nvPr/>
        </p:nvSpPr>
        <p:spPr>
          <a:xfrm>
            <a:off x="174378" y="6503131"/>
            <a:ext cx="3229583" cy="235898"/>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933" dirty="0">
                <a:solidFill>
                  <a:schemeClr val="bg1"/>
                </a:solidFill>
                <a:latin typeface="+mj-lt"/>
              </a:rPr>
              <a:t>CONFIDENTIAL  |  </a:t>
            </a:r>
            <a:r>
              <a:rPr lang="en-US" sz="933" b="0" i="0" u="none" strike="noStrike" kern="1200" baseline="0" dirty="0">
                <a:solidFill>
                  <a:schemeClr val="bg1"/>
                </a:solidFill>
                <a:effectLst/>
                <a:latin typeface="+mj-lt"/>
                <a:ea typeface="+mn-ea"/>
                <a:cs typeface="+mn-cs"/>
              </a:rPr>
              <a:t>© 2019 EPAM Systems, Inc.</a:t>
            </a:r>
            <a:endParaRPr lang="en-US" sz="933" dirty="0">
              <a:latin typeface="+mj-lt"/>
            </a:endParaRPr>
          </a:p>
        </p:txBody>
      </p:sp>
    </p:spTree>
    <p:extLst>
      <p:ext uri="{BB962C8B-B14F-4D97-AF65-F5344CB8AC3E}">
        <p14:creationId xmlns:p14="http://schemas.microsoft.com/office/powerpoint/2010/main" val="194870786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08621" y="1883221"/>
            <a:ext cx="5754624" cy="1895904"/>
          </a:xfrm>
        </p:spPr>
        <p:txBody>
          <a:bodyPr/>
          <a:lstStyle>
            <a:lvl1pPr>
              <a:defRPr>
                <a:solidFill>
                  <a:schemeClr val="bg1"/>
                </a:solidFill>
              </a:defRPr>
            </a:lvl1pPr>
          </a:lstStyle>
          <a:p>
            <a:r>
              <a:rPr lang="en-US" dirty="0"/>
              <a:t>Please add title here</a:t>
            </a:r>
          </a:p>
        </p:txBody>
      </p:sp>
      <p:sp>
        <p:nvSpPr>
          <p:cNvPr id="3" name="Date Placeholder 2"/>
          <p:cNvSpPr>
            <a:spLocks noGrp="1"/>
          </p:cNvSpPr>
          <p:nvPr>
            <p:ph type="dt" sz="half" idx="10"/>
          </p:nvPr>
        </p:nvSpPr>
        <p:spPr/>
        <p:txBody>
          <a:bodyPr tIns="0" anchor="ctr" anchorCtr="0"/>
          <a:lstStyle>
            <a:lvl1pPr>
              <a:defRPr cap="all" baseline="0">
                <a:solidFill>
                  <a:schemeClr val="bg1"/>
                </a:solidFill>
              </a:defRPr>
            </a:lvl1pPr>
          </a:lstStyle>
          <a:p>
            <a:endParaRPr lang="en-US" dirty="0"/>
          </a:p>
        </p:txBody>
      </p:sp>
      <p:sp>
        <p:nvSpPr>
          <p:cNvPr id="7" name="Text Placeholder 6"/>
          <p:cNvSpPr>
            <a:spLocks noGrp="1"/>
          </p:cNvSpPr>
          <p:nvPr>
            <p:ph type="body" sz="quarter" idx="11" hasCustomPrompt="1"/>
          </p:nvPr>
        </p:nvSpPr>
        <p:spPr>
          <a:xfrm>
            <a:off x="708621" y="4066329"/>
            <a:ext cx="5754624" cy="418576"/>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dirty="0"/>
              <a:t>Please add subtitle here</a:t>
            </a:r>
          </a:p>
        </p:txBody>
      </p:sp>
      <p:pic>
        <p:nvPicPr>
          <p:cNvPr id="5" name="Picture Placeholder 6"/>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111916" y="0"/>
            <a:ext cx="5080000" cy="6858000"/>
          </a:xfrm>
          <a:prstGeom prst="rect">
            <a:avLst/>
          </a:prstGeom>
        </p:spPr>
      </p:pic>
      <p:sp>
        <p:nvSpPr>
          <p:cNvPr id="6" name="Rectangle 5"/>
          <p:cNvSpPr/>
          <p:nvPr/>
        </p:nvSpPr>
        <p:spPr>
          <a:xfrm>
            <a:off x="7111916" y="0"/>
            <a:ext cx="5080000" cy="6858000"/>
          </a:xfrm>
          <a:prstGeom prst="rect">
            <a:avLst/>
          </a:prstGeom>
          <a:solidFill>
            <a:srgbClr val="464547">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lIns="121912" tIns="60956" rIns="121912" bIns="60956" rtlCol="0" anchor="ctr"/>
          <a:lstStyle/>
          <a:p>
            <a:pPr algn="ctr"/>
            <a:endParaRPr lang="en-US" sz="2400"/>
          </a:p>
        </p:txBody>
      </p:sp>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l="-1"/>
          <a:stretch/>
        </p:blipFill>
        <p:spPr>
          <a:xfrm rot="5400000">
            <a:off x="3689636" y="3075432"/>
            <a:ext cx="6858000" cy="707136"/>
          </a:xfrm>
          <a:prstGeom prst="rect">
            <a:avLst/>
          </a:prstGeom>
        </p:spPr>
      </p:pic>
      <p:pic>
        <p:nvPicPr>
          <p:cNvPr id="9" name="Picture 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10800000" flipH="1" flipV="1">
            <a:off x="837173" y="681708"/>
            <a:ext cx="1188379" cy="421377"/>
          </a:xfrm>
          <a:prstGeom prst="rect">
            <a:avLst/>
          </a:prstGeom>
        </p:spPr>
      </p:pic>
      <p:pic>
        <p:nvPicPr>
          <p:cNvPr id="10" name="Picture Placeholder 6">
            <a:extLst>
              <a:ext uri="{FF2B5EF4-FFF2-40B4-BE49-F238E27FC236}">
                <a16:creationId xmlns:a16="http://schemas.microsoft.com/office/drawing/2014/main" id="{226699CC-5B2D-4992-A312-36959D399EE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111916" y="0"/>
            <a:ext cx="5080000" cy="6858000"/>
          </a:xfrm>
          <a:prstGeom prst="rect">
            <a:avLst/>
          </a:prstGeom>
        </p:spPr>
      </p:pic>
      <p:sp>
        <p:nvSpPr>
          <p:cNvPr id="11" name="Rectangle 10">
            <a:extLst>
              <a:ext uri="{FF2B5EF4-FFF2-40B4-BE49-F238E27FC236}">
                <a16:creationId xmlns:a16="http://schemas.microsoft.com/office/drawing/2014/main" id="{984A109E-F9A8-4A73-9BD7-C812C1726AD2}"/>
              </a:ext>
            </a:extLst>
          </p:cNvPr>
          <p:cNvSpPr/>
          <p:nvPr userDrawn="1"/>
        </p:nvSpPr>
        <p:spPr>
          <a:xfrm>
            <a:off x="7111916" y="0"/>
            <a:ext cx="5080000" cy="6858000"/>
          </a:xfrm>
          <a:prstGeom prst="rect">
            <a:avLst/>
          </a:prstGeom>
          <a:solidFill>
            <a:srgbClr val="464547">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lIns="121912" tIns="60956" rIns="121912" bIns="60956" rtlCol="0" anchor="ctr"/>
          <a:lstStyle/>
          <a:p>
            <a:pPr algn="ctr"/>
            <a:endParaRPr lang="en-US" sz="2400"/>
          </a:p>
        </p:txBody>
      </p:sp>
      <p:pic>
        <p:nvPicPr>
          <p:cNvPr id="12" name="Picture 11">
            <a:extLst>
              <a:ext uri="{FF2B5EF4-FFF2-40B4-BE49-F238E27FC236}">
                <a16:creationId xmlns:a16="http://schemas.microsoft.com/office/drawing/2014/main" id="{39083CED-91E3-434D-9562-26B5A7DB2E6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1"/>
          <a:stretch/>
        </p:blipFill>
        <p:spPr>
          <a:xfrm rot="5400000">
            <a:off x="3689636" y="3075432"/>
            <a:ext cx="6858000" cy="707136"/>
          </a:xfrm>
          <a:prstGeom prst="rect">
            <a:avLst/>
          </a:prstGeom>
        </p:spPr>
      </p:pic>
      <p:pic>
        <p:nvPicPr>
          <p:cNvPr id="13" name="Picture 12">
            <a:extLst>
              <a:ext uri="{FF2B5EF4-FFF2-40B4-BE49-F238E27FC236}">
                <a16:creationId xmlns:a16="http://schemas.microsoft.com/office/drawing/2014/main" id="{32BE1E2F-7986-41DC-A6FC-B325405AB53F}"/>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10800000" flipH="1" flipV="1">
            <a:off x="837173" y="681708"/>
            <a:ext cx="1188379" cy="421377"/>
          </a:xfrm>
          <a:prstGeom prst="rect">
            <a:avLst/>
          </a:prstGeom>
        </p:spPr>
      </p:pic>
    </p:spTree>
    <p:extLst>
      <p:ext uri="{BB962C8B-B14F-4D97-AF65-F5344CB8AC3E}">
        <p14:creationId xmlns:p14="http://schemas.microsoft.com/office/powerpoint/2010/main" val="1528253548"/>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ver with Custom Pictur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08621" y="1883221"/>
            <a:ext cx="5754624" cy="1895904"/>
          </a:xfrm>
        </p:spPr>
        <p:txBody>
          <a:bodyPr/>
          <a:lstStyle>
            <a:lvl1pPr>
              <a:defRPr>
                <a:solidFill>
                  <a:schemeClr val="bg1"/>
                </a:solidFill>
              </a:defRPr>
            </a:lvl1pPr>
          </a:lstStyle>
          <a:p>
            <a:r>
              <a:rPr lang="en-US" dirty="0"/>
              <a:t>Please add title here</a:t>
            </a:r>
          </a:p>
        </p:txBody>
      </p:sp>
      <p:sp>
        <p:nvSpPr>
          <p:cNvPr id="3" name="Date Placeholder 2"/>
          <p:cNvSpPr>
            <a:spLocks noGrp="1"/>
          </p:cNvSpPr>
          <p:nvPr>
            <p:ph type="dt" sz="half" idx="10"/>
          </p:nvPr>
        </p:nvSpPr>
        <p:spPr/>
        <p:txBody>
          <a:bodyPr tIns="0" anchor="ctr" anchorCtr="0"/>
          <a:lstStyle>
            <a:lvl1pPr>
              <a:defRPr cap="all" baseline="0">
                <a:solidFill>
                  <a:schemeClr val="bg1"/>
                </a:solidFill>
              </a:defRPr>
            </a:lvl1pPr>
          </a:lstStyle>
          <a:p>
            <a:endParaRPr lang="en-US" dirty="0"/>
          </a:p>
        </p:txBody>
      </p:sp>
      <p:sp>
        <p:nvSpPr>
          <p:cNvPr id="7" name="Text Placeholder 6"/>
          <p:cNvSpPr>
            <a:spLocks noGrp="1"/>
          </p:cNvSpPr>
          <p:nvPr>
            <p:ph type="body" sz="quarter" idx="11" hasCustomPrompt="1"/>
          </p:nvPr>
        </p:nvSpPr>
        <p:spPr>
          <a:xfrm>
            <a:off x="708621" y="4066329"/>
            <a:ext cx="5754624" cy="418576"/>
          </a:xfrm>
          <a:prstGeom prst="rect">
            <a:avLst/>
          </a:prstGeom>
        </p:spPr>
        <p:txBody>
          <a:bodyPr wrap="square" lIns="0" tIns="0" rIns="0" bIns="0" anchor="ctr">
            <a:noAutofit/>
          </a:bodyPr>
          <a:lstStyle>
            <a:lvl1pPr>
              <a:defRPr>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dirty="0"/>
              <a:t>Please add subtitle here</a:t>
            </a:r>
          </a:p>
        </p:txBody>
      </p:sp>
      <p:sp>
        <p:nvSpPr>
          <p:cNvPr id="5" name="Picture Placeholder 4"/>
          <p:cNvSpPr>
            <a:spLocks noGrp="1"/>
          </p:cNvSpPr>
          <p:nvPr>
            <p:ph type="pic" sz="quarter" idx="12" hasCustomPrompt="1"/>
          </p:nvPr>
        </p:nvSpPr>
        <p:spPr>
          <a:xfrm>
            <a:off x="7112000" y="0"/>
            <a:ext cx="5080000" cy="6858000"/>
          </a:xfrm>
          <a:prstGeom prst="rect">
            <a:avLst/>
          </a:prstGeom>
          <a:noFill/>
          <a:ln>
            <a:noFill/>
          </a:ln>
        </p:spPr>
        <p:txBody>
          <a:bodyPr anchor="ctr"/>
          <a:lstStyle>
            <a:lvl1pPr algn="ctr">
              <a:defRPr baseline="0"/>
            </a:lvl1pPr>
          </a:lstStyle>
          <a:p>
            <a:r>
              <a:rPr lang="en-US" dirty="0"/>
              <a:t>Please add cover picture here</a:t>
            </a:r>
          </a:p>
          <a:p>
            <a:endParaRPr lang="en-US" dirty="0"/>
          </a:p>
          <a:p>
            <a:endParaRPr lang="en-US" dirty="0"/>
          </a:p>
        </p:txBody>
      </p:sp>
      <p:sp>
        <p:nvSpPr>
          <p:cNvPr id="11" name="Text Placeholder 10"/>
          <p:cNvSpPr>
            <a:spLocks noGrp="1"/>
          </p:cNvSpPr>
          <p:nvPr>
            <p:ph type="body" sz="quarter" idx="13" hasCustomPrompt="1"/>
          </p:nvPr>
        </p:nvSpPr>
        <p:spPr>
          <a:xfrm>
            <a:off x="6765068" y="0"/>
            <a:ext cx="707136" cy="6858000"/>
          </a:xfrm>
          <a:prstGeom prst="rect">
            <a:avLst/>
          </a:prstGeom>
          <a:blipFill>
            <a:blip r:embed="rId2"/>
            <a:stretch>
              <a:fillRect/>
            </a:stretch>
          </a:blipFill>
        </p:spPr>
        <p:txBody>
          <a:bodyPr/>
          <a:lstStyle/>
          <a:p>
            <a:pPr lvl="0"/>
            <a:r>
              <a:rPr lang="en-US" dirty="0"/>
              <a:t> </a:t>
            </a:r>
          </a:p>
        </p:txBody>
      </p:sp>
      <p:pic>
        <p:nvPicPr>
          <p:cNvPr id="8" name="Picture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10800000" flipH="1" flipV="1">
            <a:off x="837173" y="681708"/>
            <a:ext cx="1188379" cy="421377"/>
          </a:xfrm>
          <a:prstGeom prst="rect">
            <a:avLst/>
          </a:prstGeom>
        </p:spPr>
      </p:pic>
      <p:pic>
        <p:nvPicPr>
          <p:cNvPr id="9" name="Picture 8">
            <a:extLst>
              <a:ext uri="{FF2B5EF4-FFF2-40B4-BE49-F238E27FC236}">
                <a16:creationId xmlns:a16="http://schemas.microsoft.com/office/drawing/2014/main" id="{58FA0150-90C8-4E4A-B446-72B94B5D581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10800000" flipH="1" flipV="1">
            <a:off x="837173" y="681708"/>
            <a:ext cx="1188379" cy="421377"/>
          </a:xfrm>
          <a:prstGeom prst="rect">
            <a:avLst/>
          </a:prstGeom>
        </p:spPr>
      </p:pic>
    </p:spTree>
    <p:extLst>
      <p:ext uri="{BB962C8B-B14F-4D97-AF65-F5344CB8AC3E}">
        <p14:creationId xmlns:p14="http://schemas.microsoft.com/office/powerpoint/2010/main" val="4170257522"/>
      </p:ext>
    </p:extLst>
  </p:cSld>
  <p:clrMapOvr>
    <a:masterClrMapping/>
  </p:clrMapOvr>
  <p:extLst>
    <p:ext uri="{DCECCB84-F9BA-43D5-87BE-67443E8EF086}">
      <p15:sldGuideLst xmlns:p15="http://schemas.microsoft.com/office/powerpoint/2012/main">
        <p15:guide id="1" pos="33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anvas">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39652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476251" y="1439333"/>
            <a:ext cx="11239500" cy="4529667"/>
          </a:xfrm>
        </p:spPr>
        <p:txBody>
          <a:bodyPr/>
          <a:lstStyle>
            <a:lvl1pPr marL="228594" marR="0" indent="-228594" algn="l" defTabSz="1219170" rtl="0" eaLnBrk="1" fontAlgn="auto" latinLnBrk="0" hangingPunct="1">
              <a:lnSpc>
                <a:spcPts val="2133"/>
              </a:lnSpc>
              <a:spcBef>
                <a:spcPts val="352"/>
              </a:spcBef>
              <a:spcAft>
                <a:spcPts val="4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marL="228594" marR="0" lvl="0" indent="-228594" algn="l" defTabSz="1219170" rtl="0" eaLnBrk="1" fontAlgn="auto" latinLnBrk="0" hangingPunct="1">
              <a:lnSpc>
                <a:spcPts val="2133"/>
              </a:lnSpc>
              <a:spcBef>
                <a:spcPts val="352"/>
              </a:spcBef>
              <a:spcAft>
                <a:spcPts val="400"/>
              </a:spcAft>
              <a:buClrTx/>
              <a:buSzTx/>
              <a:tabLst/>
              <a:defRPr/>
            </a:pPr>
            <a:r>
              <a:rPr lang="en-US" sz="1467" dirty="0">
                <a:latin typeface="+mj-lt"/>
              </a:rPr>
              <a:t>In </a:t>
            </a:r>
            <a:r>
              <a:rPr lang="en-US" sz="1467" dirty="0" err="1">
                <a:latin typeface="+mj-lt"/>
              </a:rPr>
              <a:t>egestas</a:t>
            </a:r>
            <a:r>
              <a:rPr lang="en-US" sz="1467" dirty="0">
                <a:latin typeface="+mj-lt"/>
              </a:rPr>
              <a:t> </a:t>
            </a:r>
            <a:r>
              <a:rPr lang="en-US" sz="1467" dirty="0" err="1">
                <a:latin typeface="+mj-lt"/>
              </a:rPr>
              <a:t>orci</a:t>
            </a:r>
            <a:r>
              <a:rPr lang="en-US" sz="1467" dirty="0">
                <a:latin typeface="+mj-lt"/>
              </a:rPr>
              <a:t> </a:t>
            </a:r>
            <a:r>
              <a:rPr lang="en-US" sz="1467" dirty="0" err="1">
                <a:latin typeface="+mj-lt"/>
              </a:rPr>
              <a:t>eu</a:t>
            </a:r>
            <a:r>
              <a:rPr lang="en-US" sz="1467" dirty="0">
                <a:latin typeface="+mj-lt"/>
              </a:rPr>
              <a:t> </a:t>
            </a:r>
            <a:r>
              <a:rPr lang="en-US" sz="1467" dirty="0" err="1">
                <a:latin typeface="+mj-lt"/>
              </a:rPr>
              <a:t>lacinia</a:t>
            </a:r>
            <a:r>
              <a:rPr lang="en-US" sz="1467" dirty="0">
                <a:latin typeface="+mj-lt"/>
              </a:rPr>
              <a:t> </a:t>
            </a:r>
            <a:r>
              <a:rPr lang="en-US" sz="1467" dirty="0" err="1">
                <a:latin typeface="+mj-lt"/>
              </a:rPr>
              <a:t>consectetur</a:t>
            </a:r>
            <a:r>
              <a:rPr lang="en-US" sz="1467" dirty="0">
                <a:latin typeface="+mj-lt"/>
              </a:rPr>
              <a:t>. In dolor ipsum, gravida et </a:t>
            </a:r>
            <a:r>
              <a:rPr lang="en-US" sz="1467" dirty="0" err="1">
                <a:latin typeface="+mj-lt"/>
              </a:rPr>
              <a:t>sagittis</a:t>
            </a:r>
            <a:r>
              <a:rPr lang="en-US" sz="1467" dirty="0">
                <a:latin typeface="+mj-lt"/>
              </a:rPr>
              <a:t> id, </a:t>
            </a:r>
            <a:r>
              <a:rPr lang="en-US" sz="1467" dirty="0" err="1">
                <a:latin typeface="+mj-lt"/>
              </a:rPr>
              <a:t>sollicitudin</a:t>
            </a:r>
            <a:r>
              <a:rPr lang="en-US" sz="1467" dirty="0">
                <a:latin typeface="+mj-lt"/>
              </a:rPr>
              <a:t> </a:t>
            </a:r>
            <a:r>
              <a:rPr lang="en-US" sz="1467" dirty="0" err="1">
                <a:latin typeface="+mj-lt"/>
              </a:rPr>
              <a:t>ut</a:t>
            </a:r>
            <a:r>
              <a:rPr lang="en-US" sz="1467" dirty="0">
                <a:latin typeface="+mj-lt"/>
              </a:rPr>
              <a:t> </a:t>
            </a:r>
            <a:r>
              <a:rPr lang="en-US" sz="1467" dirty="0" err="1">
                <a:latin typeface="+mj-lt"/>
              </a:rPr>
              <a:t>nisl</a:t>
            </a:r>
            <a:r>
              <a:rPr lang="en-US" sz="1467" dirty="0">
                <a:latin typeface="+mj-lt"/>
              </a:rPr>
              <a:t>. </a:t>
            </a:r>
            <a:r>
              <a:rPr lang="en-US" sz="1467" dirty="0" err="1">
                <a:latin typeface="+mj-lt"/>
              </a:rPr>
              <a:t>Praesent</a:t>
            </a:r>
            <a:r>
              <a:rPr lang="en-US" sz="1467" dirty="0">
                <a:latin typeface="+mj-lt"/>
              </a:rPr>
              <a:t> </a:t>
            </a:r>
            <a:r>
              <a:rPr lang="en-US" sz="1467" dirty="0" err="1">
                <a:latin typeface="+mj-lt"/>
              </a:rPr>
              <a:t>bibendum</a:t>
            </a:r>
            <a:r>
              <a:rPr lang="en-US" sz="1467" dirty="0">
                <a:latin typeface="+mj-lt"/>
              </a:rPr>
              <a:t> tempus </a:t>
            </a:r>
            <a:r>
              <a:rPr lang="en-US" sz="1467" dirty="0" err="1">
                <a:latin typeface="+mj-lt"/>
              </a:rPr>
              <a:t>tellus</a:t>
            </a:r>
            <a:r>
              <a:rPr lang="en-US" sz="1467" dirty="0">
                <a:latin typeface="+mj-lt"/>
              </a:rPr>
              <a:t> </a:t>
            </a:r>
            <a:r>
              <a:rPr lang="en-US" sz="1467" dirty="0" err="1">
                <a:latin typeface="+mj-lt"/>
              </a:rPr>
              <a:t>nec</a:t>
            </a:r>
            <a:r>
              <a:rPr lang="en-US" sz="1467" dirty="0">
                <a:latin typeface="+mj-lt"/>
              </a:rPr>
              <a:t> </a:t>
            </a:r>
            <a:r>
              <a:rPr lang="en-US" sz="1467" dirty="0" err="1">
                <a:latin typeface="+mj-lt"/>
              </a:rPr>
              <a:t>hendrerit</a:t>
            </a:r>
            <a:r>
              <a:rPr lang="en-US" sz="1467" dirty="0">
                <a:latin typeface="+mj-lt"/>
              </a:rPr>
              <a:t>. Nam in </a:t>
            </a:r>
            <a:r>
              <a:rPr lang="en-US" sz="1467" dirty="0" err="1">
                <a:latin typeface="+mj-lt"/>
              </a:rPr>
              <a:t>tempor</a:t>
            </a:r>
            <a:r>
              <a:rPr lang="en-US" sz="1467" dirty="0">
                <a:latin typeface="+mj-lt"/>
              </a:rPr>
              <a:t> </a:t>
            </a:r>
            <a:r>
              <a:rPr lang="en-US" sz="1467" dirty="0" err="1">
                <a:latin typeface="+mj-lt"/>
              </a:rPr>
              <a:t>metus</a:t>
            </a:r>
            <a:r>
              <a:rPr lang="en-US" sz="1467" dirty="0">
                <a:latin typeface="+mj-lt"/>
              </a:rPr>
              <a:t>, ac </a:t>
            </a:r>
            <a:r>
              <a:rPr lang="en-US" sz="1467" dirty="0" err="1">
                <a:latin typeface="+mj-lt"/>
              </a:rPr>
              <a:t>finibus</a:t>
            </a:r>
            <a:r>
              <a:rPr lang="en-US" sz="1467" dirty="0">
                <a:latin typeface="+mj-lt"/>
              </a:rPr>
              <a:t> </a:t>
            </a:r>
            <a:r>
              <a:rPr lang="en-US" sz="1467" dirty="0" err="1">
                <a:latin typeface="+mj-lt"/>
              </a:rPr>
              <a:t>purus</a:t>
            </a:r>
            <a:r>
              <a:rPr lang="en-US" sz="1467" dirty="0">
                <a:latin typeface="+mj-lt"/>
              </a:rPr>
              <a:t>. </a:t>
            </a:r>
            <a:r>
              <a:rPr lang="en-US" sz="1467" dirty="0" err="1">
                <a:latin typeface="+mj-lt"/>
              </a:rPr>
              <a:t>Praesent</a:t>
            </a:r>
            <a:r>
              <a:rPr lang="en-US" sz="1467" dirty="0">
                <a:latin typeface="+mj-lt"/>
              </a:rPr>
              <a:t> </a:t>
            </a:r>
            <a:r>
              <a:rPr lang="en-US" sz="1467" dirty="0" err="1">
                <a:latin typeface="+mj-lt"/>
              </a:rPr>
              <a:t>consequat</a:t>
            </a:r>
            <a:r>
              <a:rPr lang="en-US" sz="1467" dirty="0">
                <a:latin typeface="+mj-lt"/>
              </a:rPr>
              <a:t> </a:t>
            </a:r>
            <a:r>
              <a:rPr lang="en-US" sz="1467" dirty="0" err="1">
                <a:latin typeface="+mj-lt"/>
              </a:rPr>
              <a:t>lectus</a:t>
            </a:r>
            <a:r>
              <a:rPr lang="en-US" sz="1467" dirty="0">
                <a:latin typeface="+mj-lt"/>
              </a:rPr>
              <a:t> sit </a:t>
            </a:r>
            <a:r>
              <a:rPr lang="en-US" sz="1467" dirty="0" err="1">
                <a:latin typeface="+mj-lt"/>
              </a:rPr>
              <a:t>amet</a:t>
            </a:r>
            <a:r>
              <a:rPr lang="en-US" sz="1467" dirty="0">
                <a:latin typeface="+mj-lt"/>
              </a:rPr>
              <a:t> </a:t>
            </a:r>
            <a:r>
              <a:rPr lang="en-US" sz="1467" dirty="0" err="1">
                <a:latin typeface="+mj-lt"/>
              </a:rPr>
              <a:t>tortor</a:t>
            </a:r>
            <a:r>
              <a:rPr lang="en-US" sz="1467" dirty="0">
                <a:latin typeface="+mj-lt"/>
              </a:rPr>
              <a:t> pharetra, </a:t>
            </a:r>
            <a:r>
              <a:rPr lang="en-US" sz="1467" dirty="0" err="1">
                <a:latin typeface="+mj-lt"/>
              </a:rPr>
              <a:t>sed</a:t>
            </a:r>
            <a:r>
              <a:rPr lang="en-US" sz="1467" dirty="0">
                <a:latin typeface="+mj-lt"/>
              </a:rPr>
              <a:t> </a:t>
            </a:r>
            <a:r>
              <a:rPr lang="en-US" sz="1467" dirty="0" err="1">
                <a:latin typeface="+mj-lt"/>
              </a:rPr>
              <a:t>venenatis</a:t>
            </a:r>
            <a:r>
              <a:rPr lang="en-US" sz="1467" dirty="0">
                <a:latin typeface="+mj-lt"/>
              </a:rPr>
              <a:t> </a:t>
            </a:r>
            <a:r>
              <a:rPr lang="en-US" sz="1467" dirty="0" err="1">
                <a:latin typeface="+mj-lt"/>
              </a:rPr>
              <a:t>eros</a:t>
            </a:r>
            <a:r>
              <a:rPr lang="en-US" sz="1467" dirty="0">
                <a:latin typeface="+mj-lt"/>
              </a:rPr>
              <a:t> </a:t>
            </a:r>
            <a:r>
              <a:rPr lang="en-US" sz="1467" dirty="0" err="1">
                <a:latin typeface="+mj-lt"/>
              </a:rPr>
              <a:t>lacinia</a:t>
            </a:r>
            <a:r>
              <a:rPr lang="en-US" sz="1467" dirty="0">
                <a:latin typeface="+mj-lt"/>
              </a:rPr>
              <a:t>. In </a:t>
            </a:r>
            <a:r>
              <a:rPr lang="en-US" sz="1467" dirty="0" err="1">
                <a:latin typeface="+mj-lt"/>
              </a:rPr>
              <a:t>sed</a:t>
            </a:r>
            <a:r>
              <a:rPr lang="en-US" sz="1467" dirty="0">
                <a:latin typeface="+mj-lt"/>
              </a:rPr>
              <a:t> </a:t>
            </a:r>
            <a:r>
              <a:rPr lang="en-US" sz="1467" dirty="0" err="1">
                <a:latin typeface="+mj-lt"/>
              </a:rPr>
              <a:t>erat</a:t>
            </a:r>
            <a:r>
              <a:rPr lang="en-US" sz="1467" dirty="0">
                <a:latin typeface="+mj-lt"/>
              </a:rPr>
              <a:t> libero. </a:t>
            </a:r>
            <a:r>
              <a:rPr lang="en-US" sz="1467" dirty="0" err="1">
                <a:latin typeface="+mj-lt"/>
              </a:rPr>
              <a:t>Sed</a:t>
            </a:r>
            <a:r>
              <a:rPr lang="en-US" sz="1467" dirty="0">
                <a:latin typeface="+mj-lt"/>
              </a:rPr>
              <a:t> lorem </a:t>
            </a:r>
            <a:r>
              <a:rPr lang="en-US" sz="1467" dirty="0" err="1">
                <a:latin typeface="+mj-lt"/>
              </a:rPr>
              <a:t>neque</a:t>
            </a:r>
            <a:r>
              <a:rPr lang="en-US" sz="1467" dirty="0">
                <a:latin typeface="+mj-lt"/>
              </a:rPr>
              <a:t>, </a:t>
            </a:r>
            <a:r>
              <a:rPr lang="en-US" sz="1467" dirty="0" err="1">
                <a:latin typeface="+mj-lt"/>
              </a:rPr>
              <a:t>commodo</a:t>
            </a:r>
            <a:r>
              <a:rPr lang="en-US" sz="1467" dirty="0">
                <a:latin typeface="+mj-lt"/>
              </a:rPr>
              <a:t> vitae ex at, pharetra convallis </a:t>
            </a:r>
            <a:r>
              <a:rPr lang="en-US" sz="1467" dirty="0" err="1">
                <a:latin typeface="+mj-lt"/>
              </a:rPr>
              <a:t>nunc</a:t>
            </a:r>
            <a:r>
              <a:rPr lang="en-US" sz="1467" dirty="0">
                <a:latin typeface="+mj-lt"/>
              </a:rPr>
              <a:t>. In </a:t>
            </a:r>
            <a:r>
              <a:rPr lang="en-US" sz="1467" dirty="0" err="1">
                <a:latin typeface="+mj-lt"/>
              </a:rPr>
              <a:t>vehicula</a:t>
            </a:r>
            <a:r>
              <a:rPr lang="en-US" sz="1467" dirty="0">
                <a:latin typeface="+mj-lt"/>
              </a:rPr>
              <a:t> </a:t>
            </a:r>
            <a:r>
              <a:rPr lang="en-US" sz="1467" dirty="0" err="1">
                <a:latin typeface="+mj-lt"/>
              </a:rPr>
              <a:t>mauris</a:t>
            </a:r>
            <a:r>
              <a:rPr lang="en-US" sz="1467" dirty="0">
                <a:latin typeface="+mj-lt"/>
              </a:rPr>
              <a:t> ligula. </a:t>
            </a:r>
            <a:r>
              <a:rPr lang="en-US" sz="1467" dirty="0" err="1">
                <a:latin typeface="+mj-lt"/>
              </a:rPr>
              <a:t>Suspendisse</a:t>
            </a:r>
            <a:r>
              <a:rPr lang="en-US" sz="1467" dirty="0">
                <a:latin typeface="+mj-lt"/>
              </a:rPr>
              <a:t> in </a:t>
            </a:r>
            <a:r>
              <a:rPr lang="en-US" sz="1467" dirty="0" err="1">
                <a:latin typeface="+mj-lt"/>
              </a:rPr>
              <a:t>tellus</a:t>
            </a:r>
            <a:r>
              <a:rPr lang="en-US" sz="1467" dirty="0">
                <a:latin typeface="+mj-lt"/>
              </a:rPr>
              <a:t> </a:t>
            </a:r>
            <a:r>
              <a:rPr lang="en-US" sz="1467" dirty="0" err="1">
                <a:latin typeface="+mj-lt"/>
              </a:rPr>
              <a:t>congue</a:t>
            </a:r>
            <a:r>
              <a:rPr lang="en-US" sz="1467" dirty="0">
                <a:latin typeface="+mj-lt"/>
              </a:rPr>
              <a:t> </a:t>
            </a:r>
            <a:r>
              <a:rPr lang="en-US" sz="1467" dirty="0" err="1">
                <a:latin typeface="+mj-lt"/>
              </a:rPr>
              <a:t>odio</a:t>
            </a:r>
            <a:r>
              <a:rPr lang="en-US" sz="1467" dirty="0">
                <a:latin typeface="+mj-lt"/>
              </a:rPr>
              <a:t> pharetra </a:t>
            </a:r>
            <a:r>
              <a:rPr lang="en-US" sz="1467" dirty="0" err="1">
                <a:latin typeface="+mj-lt"/>
              </a:rPr>
              <a:t>finibus</a:t>
            </a:r>
            <a:r>
              <a:rPr lang="en-US" sz="1467" dirty="0">
                <a:latin typeface="+mj-lt"/>
              </a:rPr>
              <a:t>. Nam </a:t>
            </a:r>
            <a:r>
              <a:rPr lang="en-US" sz="1467" dirty="0" err="1">
                <a:latin typeface="+mj-lt"/>
              </a:rPr>
              <a:t>vel</a:t>
            </a:r>
            <a:r>
              <a:rPr lang="en-US" sz="1467" dirty="0">
                <a:latin typeface="+mj-lt"/>
              </a:rPr>
              <a:t> </a:t>
            </a:r>
            <a:r>
              <a:rPr lang="en-US" sz="1467" dirty="0" err="1">
                <a:latin typeface="+mj-lt"/>
              </a:rPr>
              <a:t>auctor</a:t>
            </a:r>
            <a:r>
              <a:rPr lang="en-US" sz="1467" dirty="0">
                <a:latin typeface="+mj-lt"/>
              </a:rPr>
              <a:t> </a:t>
            </a:r>
            <a:r>
              <a:rPr lang="en-US" sz="1467" dirty="0" err="1">
                <a:latin typeface="+mj-lt"/>
              </a:rPr>
              <a:t>justo</a:t>
            </a:r>
            <a:r>
              <a:rPr lang="en-US" sz="1467" dirty="0">
                <a:latin typeface="+mj-lt"/>
              </a:rPr>
              <a:t>, vitae </a:t>
            </a:r>
            <a:r>
              <a:rPr lang="en-US" sz="1467" dirty="0" err="1">
                <a:latin typeface="+mj-lt"/>
              </a:rPr>
              <a:t>hendrerit</a:t>
            </a:r>
            <a:r>
              <a:rPr lang="en-US" sz="1467" dirty="0">
                <a:latin typeface="+mj-lt"/>
              </a:rPr>
              <a:t> </a:t>
            </a:r>
            <a:r>
              <a:rPr lang="en-US" sz="1467" dirty="0" err="1">
                <a:latin typeface="+mj-lt"/>
              </a:rPr>
              <a:t>orci</a:t>
            </a:r>
            <a:r>
              <a:rPr lang="en-US" sz="1467" dirty="0">
                <a:latin typeface="+mj-lt"/>
              </a:rPr>
              <a:t>. </a:t>
            </a:r>
            <a:r>
              <a:rPr lang="en-US" sz="1467" dirty="0" err="1">
                <a:latin typeface="+mj-lt"/>
              </a:rPr>
              <a:t>Duis</a:t>
            </a:r>
            <a:r>
              <a:rPr lang="en-US" sz="1467" dirty="0">
                <a:latin typeface="+mj-lt"/>
              </a:rPr>
              <a:t> </a:t>
            </a:r>
            <a:r>
              <a:rPr lang="en-US" sz="1467" dirty="0" err="1">
                <a:latin typeface="+mj-lt"/>
              </a:rPr>
              <a:t>nec</a:t>
            </a:r>
            <a:r>
              <a:rPr lang="en-US" sz="1467" dirty="0">
                <a:latin typeface="+mj-lt"/>
              </a:rPr>
              <a:t> </a:t>
            </a:r>
            <a:r>
              <a:rPr lang="en-US" sz="1467" dirty="0" err="1">
                <a:latin typeface="+mj-lt"/>
              </a:rPr>
              <a:t>sapien</a:t>
            </a:r>
            <a:r>
              <a:rPr lang="en-US" sz="1467" dirty="0">
                <a:latin typeface="+mj-lt"/>
              </a:rPr>
              <a:t> </a:t>
            </a:r>
            <a:r>
              <a:rPr lang="en-US" sz="1467" dirty="0" err="1">
                <a:latin typeface="+mj-lt"/>
              </a:rPr>
              <a:t>viverra</a:t>
            </a:r>
            <a:r>
              <a:rPr lang="en-US" sz="1467" dirty="0">
                <a:latin typeface="+mj-lt"/>
              </a:rPr>
              <a:t>, </a:t>
            </a:r>
            <a:r>
              <a:rPr lang="en-US" sz="1467" dirty="0" err="1">
                <a:latin typeface="+mj-lt"/>
              </a:rPr>
              <a:t>bibendum</a:t>
            </a:r>
            <a:r>
              <a:rPr lang="en-US" sz="1467" dirty="0">
                <a:latin typeface="+mj-lt"/>
              </a:rPr>
              <a:t> </a:t>
            </a:r>
            <a:r>
              <a:rPr lang="en-US" sz="1467" dirty="0" err="1">
                <a:latin typeface="+mj-lt"/>
              </a:rPr>
              <a:t>tellus</a:t>
            </a:r>
            <a:r>
              <a:rPr lang="en-US" sz="1467" dirty="0">
                <a:latin typeface="+mj-lt"/>
              </a:rPr>
              <a:t> </a:t>
            </a:r>
            <a:r>
              <a:rPr lang="en-US" sz="1467" dirty="0" err="1">
                <a:latin typeface="+mj-lt"/>
              </a:rPr>
              <a:t>eget</a:t>
            </a:r>
            <a:r>
              <a:rPr lang="en-US" sz="1467" dirty="0">
                <a:latin typeface="+mj-lt"/>
              </a:rPr>
              <a:t>, </a:t>
            </a:r>
            <a:r>
              <a:rPr lang="en-US" sz="1467" dirty="0" err="1">
                <a:latin typeface="+mj-lt"/>
              </a:rPr>
              <a:t>pellentesque</a:t>
            </a:r>
            <a:r>
              <a:rPr lang="en-US" sz="1467" dirty="0">
                <a:latin typeface="+mj-lt"/>
              </a:rPr>
              <a:t> </a:t>
            </a:r>
            <a:r>
              <a:rPr lang="en-US" sz="1467" dirty="0" err="1">
                <a:latin typeface="+mj-lt"/>
              </a:rPr>
              <a:t>massa</a:t>
            </a:r>
            <a:r>
              <a:rPr lang="en-US" sz="1467" dirty="0">
                <a:latin typeface="+mj-lt"/>
              </a:rPr>
              <a:t>. </a:t>
            </a:r>
            <a:r>
              <a:rPr lang="en-US" sz="1467" dirty="0" err="1">
                <a:latin typeface="+mj-lt"/>
              </a:rPr>
              <a:t>Nulla</a:t>
            </a:r>
            <a:r>
              <a:rPr lang="en-US" sz="1467" dirty="0">
                <a:latin typeface="+mj-lt"/>
              </a:rPr>
              <a:t> </a:t>
            </a:r>
            <a:r>
              <a:rPr lang="en-US" sz="1467" dirty="0" err="1">
                <a:latin typeface="+mj-lt"/>
              </a:rPr>
              <a:t>feugiat</a:t>
            </a:r>
            <a:r>
              <a:rPr lang="en-US" sz="1467" dirty="0">
                <a:latin typeface="+mj-lt"/>
              </a:rPr>
              <a:t>, </a:t>
            </a:r>
            <a:r>
              <a:rPr lang="en-US" sz="1467" dirty="0" err="1">
                <a:latin typeface="+mj-lt"/>
              </a:rPr>
              <a:t>turpis</a:t>
            </a:r>
            <a:r>
              <a:rPr lang="en-US" sz="1467" dirty="0">
                <a:latin typeface="+mj-lt"/>
              </a:rPr>
              <a:t> et </a:t>
            </a:r>
            <a:r>
              <a:rPr lang="en-US" sz="1467" dirty="0" err="1">
                <a:latin typeface="+mj-lt"/>
              </a:rPr>
              <a:t>posuere</a:t>
            </a:r>
            <a:r>
              <a:rPr lang="en-US" sz="1467" dirty="0">
                <a:latin typeface="+mj-lt"/>
              </a:rPr>
              <a:t> </a:t>
            </a:r>
            <a:r>
              <a:rPr lang="en-US" sz="1467" dirty="0" err="1">
                <a:latin typeface="+mj-lt"/>
              </a:rPr>
              <a:t>viverra</a:t>
            </a:r>
            <a:r>
              <a:rPr lang="en-US" sz="1467" dirty="0">
                <a:latin typeface="+mj-lt"/>
              </a:rPr>
              <a:t>, ipsum </a:t>
            </a:r>
            <a:r>
              <a:rPr lang="en-US" sz="1467" dirty="0" err="1">
                <a:latin typeface="+mj-lt"/>
              </a:rPr>
              <a:t>sem</a:t>
            </a:r>
            <a:r>
              <a:rPr lang="en-US" sz="1467" dirty="0">
                <a:latin typeface="+mj-lt"/>
              </a:rPr>
              <a:t> </a:t>
            </a:r>
            <a:r>
              <a:rPr lang="en-US" sz="1467" dirty="0" err="1">
                <a:latin typeface="+mj-lt"/>
              </a:rPr>
              <a:t>tincidunt</a:t>
            </a:r>
            <a:r>
              <a:rPr lang="en-US" sz="1467" dirty="0">
                <a:latin typeface="+mj-lt"/>
              </a:rPr>
              <a:t> </a:t>
            </a:r>
            <a:r>
              <a:rPr lang="en-US" sz="1467" dirty="0" err="1">
                <a:latin typeface="+mj-lt"/>
              </a:rPr>
              <a:t>est</a:t>
            </a:r>
            <a:r>
              <a:rPr lang="en-US" sz="1467" dirty="0">
                <a:latin typeface="+mj-lt"/>
              </a:rPr>
              <a:t>, </a:t>
            </a:r>
            <a:r>
              <a:rPr lang="en-US" sz="1467" dirty="0" err="1">
                <a:latin typeface="+mj-lt"/>
              </a:rPr>
              <a:t>finibus</a:t>
            </a:r>
            <a:r>
              <a:rPr lang="en-US" sz="1467" dirty="0">
                <a:latin typeface="+mj-lt"/>
              </a:rPr>
              <a:t> </a:t>
            </a:r>
            <a:r>
              <a:rPr lang="en-US" sz="1467" dirty="0" err="1">
                <a:latin typeface="+mj-lt"/>
              </a:rPr>
              <a:t>tempor</a:t>
            </a:r>
            <a:r>
              <a:rPr lang="en-US" sz="1467" dirty="0">
                <a:latin typeface="+mj-lt"/>
              </a:rPr>
              <a:t> </a:t>
            </a:r>
            <a:r>
              <a:rPr lang="en-US" sz="1467" dirty="0" err="1">
                <a:latin typeface="+mj-lt"/>
              </a:rPr>
              <a:t>nibh</a:t>
            </a:r>
            <a:r>
              <a:rPr lang="en-US" sz="1467" dirty="0">
                <a:latin typeface="+mj-lt"/>
              </a:rPr>
              <a:t> ante semper diam. </a:t>
            </a:r>
            <a:r>
              <a:rPr lang="en-US" sz="1467" dirty="0" err="1">
                <a:latin typeface="+mj-lt"/>
              </a:rPr>
              <a:t>Nullam</a:t>
            </a:r>
            <a:r>
              <a:rPr lang="en-US" sz="1467" dirty="0">
                <a:latin typeface="+mj-lt"/>
              </a:rPr>
              <a:t> </a:t>
            </a:r>
            <a:r>
              <a:rPr lang="en-US" sz="1467" dirty="0" err="1">
                <a:latin typeface="+mj-lt"/>
              </a:rPr>
              <a:t>quis</a:t>
            </a:r>
            <a:r>
              <a:rPr lang="en-US" sz="1467" dirty="0">
                <a:latin typeface="+mj-lt"/>
              </a:rPr>
              <a:t> </a:t>
            </a:r>
            <a:r>
              <a:rPr lang="en-US" sz="1467" dirty="0" err="1">
                <a:latin typeface="+mj-lt"/>
              </a:rPr>
              <a:t>euismod</a:t>
            </a:r>
            <a:r>
              <a:rPr lang="en-US" sz="1467" dirty="0">
                <a:latin typeface="+mj-lt"/>
              </a:rPr>
              <a:t> </a:t>
            </a:r>
            <a:r>
              <a:rPr lang="en-US" sz="1467" dirty="0" err="1">
                <a:latin typeface="+mj-lt"/>
              </a:rPr>
              <a:t>neque</a:t>
            </a:r>
            <a:r>
              <a:rPr lang="en-US" sz="1467" dirty="0">
                <a:latin typeface="+mj-lt"/>
              </a:rPr>
              <a:t>, </a:t>
            </a:r>
            <a:r>
              <a:rPr lang="en-US" sz="1467" dirty="0" err="1">
                <a:latin typeface="+mj-lt"/>
              </a:rPr>
              <a:t>nec</a:t>
            </a:r>
            <a:r>
              <a:rPr lang="en-US" sz="1467" dirty="0">
                <a:latin typeface="+mj-lt"/>
              </a:rPr>
              <a:t> </a:t>
            </a:r>
            <a:r>
              <a:rPr lang="en-US" sz="1467" dirty="0" err="1">
                <a:latin typeface="+mj-lt"/>
              </a:rPr>
              <a:t>facilisis</a:t>
            </a:r>
            <a:r>
              <a:rPr lang="en-US" sz="1467" dirty="0">
                <a:latin typeface="+mj-lt"/>
              </a:rPr>
              <a:t> sem. </a:t>
            </a:r>
            <a:r>
              <a:rPr lang="en-US" sz="1467" dirty="0" err="1">
                <a:latin typeface="+mj-lt"/>
              </a:rPr>
              <a:t>Morbi</a:t>
            </a:r>
            <a:r>
              <a:rPr lang="en-US" sz="1467" dirty="0">
                <a:latin typeface="+mj-lt"/>
              </a:rPr>
              <a:t> </a:t>
            </a:r>
            <a:r>
              <a:rPr lang="en-US" sz="1467" dirty="0" err="1">
                <a:latin typeface="+mj-lt"/>
              </a:rPr>
              <a:t>egestas</a:t>
            </a:r>
            <a:r>
              <a:rPr lang="en-US" sz="1467" dirty="0">
                <a:latin typeface="+mj-lt"/>
              </a:rPr>
              <a:t> </a:t>
            </a:r>
            <a:r>
              <a:rPr lang="en-US" sz="1467" dirty="0" err="1">
                <a:latin typeface="+mj-lt"/>
              </a:rPr>
              <a:t>iaculis</a:t>
            </a:r>
            <a:r>
              <a:rPr lang="en-US" sz="1467" dirty="0">
                <a:latin typeface="+mj-lt"/>
              </a:rPr>
              <a:t> </a:t>
            </a:r>
            <a:r>
              <a:rPr lang="en-US" sz="1467" dirty="0" err="1">
                <a:latin typeface="+mj-lt"/>
              </a:rPr>
              <a:t>dignissim</a:t>
            </a:r>
            <a:r>
              <a:rPr lang="en-US" sz="1467" dirty="0">
                <a:latin typeface="+mj-lt"/>
              </a:rPr>
              <a:t>. In </a:t>
            </a:r>
            <a:r>
              <a:rPr lang="en-US" sz="1467" dirty="0" err="1">
                <a:latin typeface="+mj-lt"/>
              </a:rPr>
              <a:t>accumsan</a:t>
            </a:r>
            <a:r>
              <a:rPr lang="en-US" sz="1467" dirty="0">
                <a:latin typeface="+mj-lt"/>
              </a:rPr>
              <a:t> </a:t>
            </a:r>
            <a:r>
              <a:rPr lang="en-US" sz="1467" dirty="0" err="1">
                <a:latin typeface="+mj-lt"/>
              </a:rPr>
              <a:t>tortor</a:t>
            </a:r>
            <a:r>
              <a:rPr lang="en-US" sz="1467" dirty="0">
                <a:latin typeface="+mj-lt"/>
              </a:rPr>
              <a:t> </a:t>
            </a:r>
            <a:r>
              <a:rPr lang="en-US" sz="1467" dirty="0" err="1">
                <a:latin typeface="+mj-lt"/>
              </a:rPr>
              <a:t>elit</a:t>
            </a:r>
            <a:r>
              <a:rPr lang="en-US" sz="1467" dirty="0">
                <a:latin typeface="+mj-lt"/>
              </a:rPr>
              <a:t>, non </a:t>
            </a:r>
            <a:r>
              <a:rPr lang="en-US" sz="1467" dirty="0" err="1">
                <a:latin typeface="+mj-lt"/>
              </a:rPr>
              <a:t>euismod</a:t>
            </a:r>
            <a:r>
              <a:rPr lang="en-US" sz="1467" dirty="0">
                <a:latin typeface="+mj-lt"/>
              </a:rPr>
              <a:t> </a:t>
            </a:r>
            <a:r>
              <a:rPr lang="en-US" sz="1467" dirty="0" err="1">
                <a:latin typeface="+mj-lt"/>
              </a:rPr>
              <a:t>eros</a:t>
            </a:r>
            <a:r>
              <a:rPr lang="en-US" sz="1467" dirty="0">
                <a:latin typeface="+mj-lt"/>
              </a:rPr>
              <a:t> </a:t>
            </a:r>
            <a:r>
              <a:rPr lang="en-US" sz="1467" dirty="0" err="1">
                <a:latin typeface="+mj-lt"/>
              </a:rPr>
              <a:t>accumsan</a:t>
            </a:r>
            <a:r>
              <a:rPr lang="en-US" sz="1467" dirty="0">
                <a:latin typeface="+mj-lt"/>
              </a:rPr>
              <a:t> ac. </a:t>
            </a:r>
            <a:r>
              <a:rPr lang="en-US" sz="1467" dirty="0" err="1">
                <a:latin typeface="+mj-lt"/>
              </a:rPr>
              <a:t>Sed</a:t>
            </a:r>
            <a:r>
              <a:rPr lang="en-US" sz="1467" dirty="0">
                <a:latin typeface="+mj-lt"/>
              </a:rPr>
              <a:t> </a:t>
            </a:r>
            <a:r>
              <a:rPr lang="en-US" sz="1467" dirty="0" err="1">
                <a:latin typeface="+mj-lt"/>
              </a:rPr>
              <a:t>ultrices</a:t>
            </a:r>
            <a:r>
              <a:rPr lang="en-US" sz="1467" dirty="0">
                <a:latin typeface="+mj-lt"/>
              </a:rPr>
              <a:t> mi lorem, </a:t>
            </a:r>
            <a:r>
              <a:rPr lang="en-US" sz="1467" dirty="0" err="1">
                <a:latin typeface="+mj-lt"/>
              </a:rPr>
              <a:t>ut</a:t>
            </a:r>
            <a:r>
              <a:rPr lang="en-US" sz="1467" dirty="0">
                <a:latin typeface="+mj-lt"/>
              </a:rPr>
              <a:t> </a:t>
            </a:r>
            <a:r>
              <a:rPr lang="en-US" sz="1467" dirty="0" err="1">
                <a:latin typeface="+mj-lt"/>
              </a:rPr>
              <a:t>dignissim</a:t>
            </a:r>
            <a:r>
              <a:rPr lang="en-US" sz="1467" dirty="0">
                <a:latin typeface="+mj-lt"/>
              </a:rPr>
              <a:t> </a:t>
            </a:r>
            <a:r>
              <a:rPr lang="en-US" sz="1467" dirty="0" err="1">
                <a:latin typeface="+mj-lt"/>
              </a:rPr>
              <a:t>nibh</a:t>
            </a:r>
            <a:r>
              <a:rPr lang="en-US" sz="1467" dirty="0">
                <a:latin typeface="+mj-lt"/>
              </a:rPr>
              <a:t> </a:t>
            </a:r>
            <a:r>
              <a:rPr lang="en-US" sz="1467" dirty="0" err="1">
                <a:latin typeface="+mj-lt"/>
              </a:rPr>
              <a:t>facilisis</a:t>
            </a:r>
            <a:r>
              <a:rPr lang="en-US" sz="1467" dirty="0">
                <a:latin typeface="+mj-lt"/>
              </a:rPr>
              <a:t> vel.</a:t>
            </a:r>
          </a:p>
        </p:txBody>
      </p:sp>
      <p:cxnSp>
        <p:nvCxnSpPr>
          <p:cNvPr id="4" name="Straight Connector 3"/>
          <p:cNvCxnSpPr/>
          <p:nvPr/>
        </p:nvCxnSpPr>
        <p:spPr>
          <a:xfrm>
            <a:off x="392546" y="955249"/>
            <a:ext cx="1140690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5" name="Slide Number Placeholder 1"/>
          <p:cNvSpPr>
            <a:spLocks noGrp="1"/>
          </p:cNvSpPr>
          <p:nvPr>
            <p:ph type="sldNum" sz="quarter" idx="4"/>
          </p:nvPr>
        </p:nvSpPr>
        <p:spPr>
          <a:xfrm>
            <a:off x="9884588" y="6435519"/>
            <a:ext cx="1831163" cy="422483"/>
          </a:xfrm>
          <a:prstGeom prst="rect">
            <a:avLst/>
          </a:prstGeom>
        </p:spPr>
        <p:txBody>
          <a:bodyPr vert="horz" wrap="none" lIns="91440" tIns="45720" rIns="0" bIns="82296" rtlCol="0" anchor="ctr"/>
          <a:lstStyle>
            <a:lvl1pPr algn="r">
              <a:defRPr sz="1867"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5348119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476252" y="1439333"/>
            <a:ext cx="5314949" cy="4529667"/>
          </a:xfrm>
        </p:spPr>
        <p:txBody>
          <a:bodyPr/>
          <a:lstStyle>
            <a:lvl1pPr marL="228594" indent="-228594">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p:txBody>
      </p:sp>
      <p:sp>
        <p:nvSpPr>
          <p:cNvPr id="4" name="Content Placeholder 5"/>
          <p:cNvSpPr>
            <a:spLocks noGrp="1"/>
          </p:cNvSpPr>
          <p:nvPr>
            <p:ph sz="quarter" idx="11" hasCustomPrompt="1"/>
          </p:nvPr>
        </p:nvSpPr>
        <p:spPr>
          <a:xfrm>
            <a:off x="6400801" y="1439333"/>
            <a:ext cx="5314951" cy="4529667"/>
          </a:xfrm>
        </p:spPr>
        <p:txBody>
          <a:bodyPr/>
          <a:lstStyle>
            <a:lvl1pPr marL="228594" indent="-228594">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p:txBody>
      </p:sp>
      <p:cxnSp>
        <p:nvCxnSpPr>
          <p:cNvPr id="5" name="Straight Connector 4"/>
          <p:cNvCxnSpPr/>
          <p:nvPr/>
        </p:nvCxnSpPr>
        <p:spPr>
          <a:xfrm>
            <a:off x="392546" y="955249"/>
            <a:ext cx="1140690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9884588" y="6435519"/>
            <a:ext cx="1831163" cy="422483"/>
          </a:xfrm>
          <a:prstGeom prst="rect">
            <a:avLst/>
          </a:prstGeom>
        </p:spPr>
        <p:txBody>
          <a:bodyPr vert="horz" wrap="none" lIns="91440" tIns="45720" rIns="0" bIns="82296" rtlCol="0" anchor="ctr"/>
          <a:lstStyle>
            <a:lvl1pPr algn="r">
              <a:defRPr sz="1867"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5731051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ntent with Highl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3" name="Content Placeholder 5"/>
          <p:cNvSpPr>
            <a:spLocks noGrp="1"/>
          </p:cNvSpPr>
          <p:nvPr>
            <p:ph sz="quarter" idx="10" hasCustomPrompt="1"/>
          </p:nvPr>
        </p:nvSpPr>
        <p:spPr>
          <a:xfrm>
            <a:off x="476251" y="1896533"/>
            <a:ext cx="11239500" cy="4072467"/>
          </a:xfrm>
        </p:spPr>
        <p:txBody>
          <a:bodyPr/>
          <a:lstStyle>
            <a:lvl1pPr marL="228594" marR="0" indent="-228594" algn="l" defTabSz="1219170" rtl="0" eaLnBrk="1" fontAlgn="auto" latinLnBrk="0" hangingPunct="1">
              <a:lnSpc>
                <a:spcPts val="2133"/>
              </a:lnSpc>
              <a:spcBef>
                <a:spcPts val="352"/>
              </a:spcBef>
              <a:spcAft>
                <a:spcPts val="4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marL="228594" marR="0" lvl="0" indent="-228594" algn="l" defTabSz="1219170" rtl="0" eaLnBrk="1" fontAlgn="auto" latinLnBrk="0" hangingPunct="1">
              <a:lnSpc>
                <a:spcPts val="2133"/>
              </a:lnSpc>
              <a:spcBef>
                <a:spcPts val="352"/>
              </a:spcBef>
              <a:spcAft>
                <a:spcPts val="400"/>
              </a:spcAft>
              <a:buClrTx/>
              <a:buSzTx/>
              <a:tabLst/>
              <a:defRPr/>
            </a:pPr>
            <a:r>
              <a:rPr lang="en-US" sz="1467" dirty="0">
                <a:latin typeface="+mj-lt"/>
              </a:rPr>
              <a:t>In </a:t>
            </a:r>
            <a:r>
              <a:rPr lang="en-US" sz="1467" dirty="0" err="1">
                <a:latin typeface="+mj-lt"/>
              </a:rPr>
              <a:t>egestas</a:t>
            </a:r>
            <a:r>
              <a:rPr lang="en-US" sz="1467" dirty="0">
                <a:latin typeface="+mj-lt"/>
              </a:rPr>
              <a:t> </a:t>
            </a:r>
            <a:r>
              <a:rPr lang="en-US" sz="1467" dirty="0" err="1">
                <a:latin typeface="+mj-lt"/>
              </a:rPr>
              <a:t>orci</a:t>
            </a:r>
            <a:r>
              <a:rPr lang="en-US" sz="1467" dirty="0">
                <a:latin typeface="+mj-lt"/>
              </a:rPr>
              <a:t> </a:t>
            </a:r>
            <a:r>
              <a:rPr lang="en-US" sz="1467" dirty="0" err="1">
                <a:latin typeface="+mj-lt"/>
              </a:rPr>
              <a:t>eu</a:t>
            </a:r>
            <a:r>
              <a:rPr lang="en-US" sz="1467" dirty="0">
                <a:latin typeface="+mj-lt"/>
              </a:rPr>
              <a:t> </a:t>
            </a:r>
            <a:r>
              <a:rPr lang="en-US" sz="1467" dirty="0" err="1">
                <a:latin typeface="+mj-lt"/>
              </a:rPr>
              <a:t>lacinia</a:t>
            </a:r>
            <a:r>
              <a:rPr lang="en-US" sz="1467" dirty="0">
                <a:latin typeface="+mj-lt"/>
              </a:rPr>
              <a:t> </a:t>
            </a:r>
            <a:r>
              <a:rPr lang="en-US" sz="1467" dirty="0" err="1">
                <a:latin typeface="+mj-lt"/>
              </a:rPr>
              <a:t>consectetur</a:t>
            </a:r>
            <a:r>
              <a:rPr lang="en-US" sz="1467" dirty="0">
                <a:latin typeface="+mj-lt"/>
              </a:rPr>
              <a:t>. In dolor ipsum, gravida et </a:t>
            </a:r>
            <a:r>
              <a:rPr lang="en-US" sz="1467" dirty="0" err="1">
                <a:latin typeface="+mj-lt"/>
              </a:rPr>
              <a:t>sagittis</a:t>
            </a:r>
            <a:r>
              <a:rPr lang="en-US" sz="1467" dirty="0">
                <a:latin typeface="+mj-lt"/>
              </a:rPr>
              <a:t> id, </a:t>
            </a:r>
            <a:r>
              <a:rPr lang="en-US" sz="1467" dirty="0" err="1">
                <a:latin typeface="+mj-lt"/>
              </a:rPr>
              <a:t>sollicitudin</a:t>
            </a:r>
            <a:r>
              <a:rPr lang="en-US" sz="1467" dirty="0">
                <a:latin typeface="+mj-lt"/>
              </a:rPr>
              <a:t> </a:t>
            </a:r>
            <a:r>
              <a:rPr lang="en-US" sz="1467" dirty="0" err="1">
                <a:latin typeface="+mj-lt"/>
              </a:rPr>
              <a:t>ut</a:t>
            </a:r>
            <a:r>
              <a:rPr lang="en-US" sz="1467" dirty="0">
                <a:latin typeface="+mj-lt"/>
              </a:rPr>
              <a:t> </a:t>
            </a:r>
            <a:r>
              <a:rPr lang="en-US" sz="1467" dirty="0" err="1">
                <a:latin typeface="+mj-lt"/>
              </a:rPr>
              <a:t>nisl</a:t>
            </a:r>
            <a:r>
              <a:rPr lang="en-US" sz="1467" dirty="0">
                <a:latin typeface="+mj-lt"/>
              </a:rPr>
              <a:t>. </a:t>
            </a:r>
            <a:r>
              <a:rPr lang="en-US" sz="1467" dirty="0" err="1">
                <a:latin typeface="+mj-lt"/>
              </a:rPr>
              <a:t>Praesent</a:t>
            </a:r>
            <a:r>
              <a:rPr lang="en-US" sz="1467" dirty="0">
                <a:latin typeface="+mj-lt"/>
              </a:rPr>
              <a:t> </a:t>
            </a:r>
            <a:r>
              <a:rPr lang="en-US" sz="1467" dirty="0" err="1">
                <a:latin typeface="+mj-lt"/>
              </a:rPr>
              <a:t>bibendum</a:t>
            </a:r>
            <a:r>
              <a:rPr lang="en-US" sz="1467" dirty="0">
                <a:latin typeface="+mj-lt"/>
              </a:rPr>
              <a:t> tempus </a:t>
            </a:r>
            <a:r>
              <a:rPr lang="en-US" sz="1467" dirty="0" err="1">
                <a:latin typeface="+mj-lt"/>
              </a:rPr>
              <a:t>tellus</a:t>
            </a:r>
            <a:r>
              <a:rPr lang="en-US" sz="1467" dirty="0">
                <a:latin typeface="+mj-lt"/>
              </a:rPr>
              <a:t> </a:t>
            </a:r>
            <a:r>
              <a:rPr lang="en-US" sz="1467" dirty="0" err="1">
                <a:latin typeface="+mj-lt"/>
              </a:rPr>
              <a:t>nec</a:t>
            </a:r>
            <a:r>
              <a:rPr lang="en-US" sz="1467" dirty="0">
                <a:latin typeface="+mj-lt"/>
              </a:rPr>
              <a:t> </a:t>
            </a:r>
            <a:r>
              <a:rPr lang="en-US" sz="1467" dirty="0" err="1">
                <a:latin typeface="+mj-lt"/>
              </a:rPr>
              <a:t>hendrerit</a:t>
            </a:r>
            <a:r>
              <a:rPr lang="en-US" sz="1467" dirty="0">
                <a:latin typeface="+mj-lt"/>
              </a:rPr>
              <a:t>. Nam in </a:t>
            </a:r>
            <a:r>
              <a:rPr lang="en-US" sz="1467" dirty="0" err="1">
                <a:latin typeface="+mj-lt"/>
              </a:rPr>
              <a:t>tempor</a:t>
            </a:r>
            <a:r>
              <a:rPr lang="en-US" sz="1467" dirty="0">
                <a:latin typeface="+mj-lt"/>
              </a:rPr>
              <a:t> </a:t>
            </a:r>
            <a:r>
              <a:rPr lang="en-US" sz="1467" dirty="0" err="1">
                <a:latin typeface="+mj-lt"/>
              </a:rPr>
              <a:t>metus</a:t>
            </a:r>
            <a:r>
              <a:rPr lang="en-US" sz="1467" dirty="0">
                <a:latin typeface="+mj-lt"/>
              </a:rPr>
              <a:t>, ac </a:t>
            </a:r>
            <a:r>
              <a:rPr lang="en-US" sz="1467" dirty="0" err="1">
                <a:latin typeface="+mj-lt"/>
              </a:rPr>
              <a:t>finibus</a:t>
            </a:r>
            <a:r>
              <a:rPr lang="en-US" sz="1467" dirty="0">
                <a:latin typeface="+mj-lt"/>
              </a:rPr>
              <a:t> </a:t>
            </a:r>
            <a:r>
              <a:rPr lang="en-US" sz="1467" dirty="0" err="1">
                <a:latin typeface="+mj-lt"/>
              </a:rPr>
              <a:t>purus</a:t>
            </a:r>
            <a:r>
              <a:rPr lang="en-US" sz="1467" dirty="0">
                <a:latin typeface="+mj-lt"/>
              </a:rPr>
              <a:t>. </a:t>
            </a:r>
            <a:r>
              <a:rPr lang="en-US" sz="1467" dirty="0" err="1">
                <a:latin typeface="+mj-lt"/>
              </a:rPr>
              <a:t>Praesent</a:t>
            </a:r>
            <a:r>
              <a:rPr lang="en-US" sz="1467" dirty="0">
                <a:latin typeface="+mj-lt"/>
              </a:rPr>
              <a:t> </a:t>
            </a:r>
            <a:r>
              <a:rPr lang="en-US" sz="1467" dirty="0" err="1">
                <a:latin typeface="+mj-lt"/>
              </a:rPr>
              <a:t>consequat</a:t>
            </a:r>
            <a:r>
              <a:rPr lang="en-US" sz="1467" dirty="0">
                <a:latin typeface="+mj-lt"/>
              </a:rPr>
              <a:t> </a:t>
            </a:r>
            <a:r>
              <a:rPr lang="en-US" sz="1467" dirty="0" err="1">
                <a:latin typeface="+mj-lt"/>
              </a:rPr>
              <a:t>lectus</a:t>
            </a:r>
            <a:r>
              <a:rPr lang="en-US" sz="1467" dirty="0">
                <a:latin typeface="+mj-lt"/>
              </a:rPr>
              <a:t> sit </a:t>
            </a:r>
            <a:r>
              <a:rPr lang="en-US" sz="1467" dirty="0" err="1">
                <a:latin typeface="+mj-lt"/>
              </a:rPr>
              <a:t>amet</a:t>
            </a:r>
            <a:r>
              <a:rPr lang="en-US" sz="1467" dirty="0">
                <a:latin typeface="+mj-lt"/>
              </a:rPr>
              <a:t> </a:t>
            </a:r>
            <a:r>
              <a:rPr lang="en-US" sz="1467" dirty="0" err="1">
                <a:latin typeface="+mj-lt"/>
              </a:rPr>
              <a:t>tortor</a:t>
            </a:r>
            <a:r>
              <a:rPr lang="en-US" sz="1467" dirty="0">
                <a:latin typeface="+mj-lt"/>
              </a:rPr>
              <a:t> pharetra, </a:t>
            </a:r>
            <a:r>
              <a:rPr lang="en-US" sz="1467" dirty="0" err="1">
                <a:latin typeface="+mj-lt"/>
              </a:rPr>
              <a:t>sed</a:t>
            </a:r>
            <a:r>
              <a:rPr lang="en-US" sz="1467" dirty="0">
                <a:latin typeface="+mj-lt"/>
              </a:rPr>
              <a:t> </a:t>
            </a:r>
            <a:r>
              <a:rPr lang="en-US" sz="1467" dirty="0" err="1">
                <a:latin typeface="+mj-lt"/>
              </a:rPr>
              <a:t>venenatis</a:t>
            </a:r>
            <a:r>
              <a:rPr lang="en-US" sz="1467" dirty="0">
                <a:latin typeface="+mj-lt"/>
              </a:rPr>
              <a:t> </a:t>
            </a:r>
            <a:r>
              <a:rPr lang="en-US" sz="1467" dirty="0" err="1">
                <a:latin typeface="+mj-lt"/>
              </a:rPr>
              <a:t>eros</a:t>
            </a:r>
            <a:r>
              <a:rPr lang="en-US" sz="1467" dirty="0">
                <a:latin typeface="+mj-lt"/>
              </a:rPr>
              <a:t> </a:t>
            </a:r>
            <a:r>
              <a:rPr lang="en-US" sz="1467" dirty="0" err="1">
                <a:latin typeface="+mj-lt"/>
              </a:rPr>
              <a:t>lacinia</a:t>
            </a:r>
            <a:r>
              <a:rPr lang="en-US" sz="1467" dirty="0">
                <a:latin typeface="+mj-lt"/>
              </a:rPr>
              <a:t>. In </a:t>
            </a:r>
            <a:r>
              <a:rPr lang="en-US" sz="1467" dirty="0" err="1">
                <a:latin typeface="+mj-lt"/>
              </a:rPr>
              <a:t>sed</a:t>
            </a:r>
            <a:r>
              <a:rPr lang="en-US" sz="1467" dirty="0">
                <a:latin typeface="+mj-lt"/>
              </a:rPr>
              <a:t> </a:t>
            </a:r>
            <a:r>
              <a:rPr lang="en-US" sz="1467" dirty="0" err="1">
                <a:latin typeface="+mj-lt"/>
              </a:rPr>
              <a:t>erat</a:t>
            </a:r>
            <a:r>
              <a:rPr lang="en-US" sz="1467" dirty="0">
                <a:latin typeface="+mj-lt"/>
              </a:rPr>
              <a:t> libero. </a:t>
            </a:r>
            <a:r>
              <a:rPr lang="en-US" sz="1467" dirty="0" err="1">
                <a:latin typeface="+mj-lt"/>
              </a:rPr>
              <a:t>Sed</a:t>
            </a:r>
            <a:r>
              <a:rPr lang="en-US" sz="1467" dirty="0">
                <a:latin typeface="+mj-lt"/>
              </a:rPr>
              <a:t> lorem </a:t>
            </a:r>
            <a:r>
              <a:rPr lang="en-US" sz="1467" dirty="0" err="1">
                <a:latin typeface="+mj-lt"/>
              </a:rPr>
              <a:t>neque</a:t>
            </a:r>
            <a:r>
              <a:rPr lang="en-US" sz="1467" dirty="0">
                <a:latin typeface="+mj-lt"/>
              </a:rPr>
              <a:t>, </a:t>
            </a:r>
            <a:r>
              <a:rPr lang="en-US" sz="1467" dirty="0" err="1">
                <a:latin typeface="+mj-lt"/>
              </a:rPr>
              <a:t>commodo</a:t>
            </a:r>
            <a:r>
              <a:rPr lang="en-US" sz="1467" dirty="0">
                <a:latin typeface="+mj-lt"/>
              </a:rPr>
              <a:t> vitae ex at, pharetra convallis </a:t>
            </a:r>
            <a:r>
              <a:rPr lang="en-US" sz="1467" dirty="0" err="1">
                <a:latin typeface="+mj-lt"/>
              </a:rPr>
              <a:t>nunc</a:t>
            </a:r>
            <a:r>
              <a:rPr lang="en-US" sz="1467" dirty="0">
                <a:latin typeface="+mj-lt"/>
              </a:rPr>
              <a:t>. In </a:t>
            </a:r>
            <a:r>
              <a:rPr lang="en-US" sz="1467" dirty="0" err="1">
                <a:latin typeface="+mj-lt"/>
              </a:rPr>
              <a:t>vehicula</a:t>
            </a:r>
            <a:r>
              <a:rPr lang="en-US" sz="1467" dirty="0">
                <a:latin typeface="+mj-lt"/>
              </a:rPr>
              <a:t> </a:t>
            </a:r>
            <a:r>
              <a:rPr lang="en-US" sz="1467" dirty="0" err="1">
                <a:latin typeface="+mj-lt"/>
              </a:rPr>
              <a:t>mauris</a:t>
            </a:r>
            <a:r>
              <a:rPr lang="en-US" sz="1467" dirty="0">
                <a:latin typeface="+mj-lt"/>
              </a:rPr>
              <a:t> ligula. </a:t>
            </a:r>
            <a:r>
              <a:rPr lang="en-US" sz="1467" dirty="0" err="1">
                <a:latin typeface="+mj-lt"/>
              </a:rPr>
              <a:t>Suspendisse</a:t>
            </a:r>
            <a:r>
              <a:rPr lang="en-US" sz="1467" dirty="0">
                <a:latin typeface="+mj-lt"/>
              </a:rPr>
              <a:t> in </a:t>
            </a:r>
            <a:r>
              <a:rPr lang="en-US" sz="1467" dirty="0" err="1">
                <a:latin typeface="+mj-lt"/>
              </a:rPr>
              <a:t>tellus</a:t>
            </a:r>
            <a:r>
              <a:rPr lang="en-US" sz="1467" dirty="0">
                <a:latin typeface="+mj-lt"/>
              </a:rPr>
              <a:t> </a:t>
            </a:r>
            <a:r>
              <a:rPr lang="en-US" sz="1467" dirty="0" err="1">
                <a:latin typeface="+mj-lt"/>
              </a:rPr>
              <a:t>congue</a:t>
            </a:r>
            <a:r>
              <a:rPr lang="en-US" sz="1467" dirty="0">
                <a:latin typeface="+mj-lt"/>
              </a:rPr>
              <a:t> </a:t>
            </a:r>
            <a:r>
              <a:rPr lang="en-US" sz="1467" dirty="0" err="1">
                <a:latin typeface="+mj-lt"/>
              </a:rPr>
              <a:t>odio</a:t>
            </a:r>
            <a:r>
              <a:rPr lang="en-US" sz="1467" dirty="0">
                <a:latin typeface="+mj-lt"/>
              </a:rPr>
              <a:t> pharetra </a:t>
            </a:r>
            <a:r>
              <a:rPr lang="en-US" sz="1467" dirty="0" err="1">
                <a:latin typeface="+mj-lt"/>
              </a:rPr>
              <a:t>finibus</a:t>
            </a:r>
            <a:r>
              <a:rPr lang="en-US" sz="1467" dirty="0">
                <a:latin typeface="+mj-lt"/>
              </a:rPr>
              <a:t>. Nam </a:t>
            </a:r>
            <a:r>
              <a:rPr lang="en-US" sz="1467" dirty="0" err="1">
                <a:latin typeface="+mj-lt"/>
              </a:rPr>
              <a:t>vel</a:t>
            </a:r>
            <a:r>
              <a:rPr lang="en-US" sz="1467" dirty="0">
                <a:latin typeface="+mj-lt"/>
              </a:rPr>
              <a:t> </a:t>
            </a:r>
            <a:r>
              <a:rPr lang="en-US" sz="1467" dirty="0" err="1">
                <a:latin typeface="+mj-lt"/>
              </a:rPr>
              <a:t>auctor</a:t>
            </a:r>
            <a:r>
              <a:rPr lang="en-US" sz="1467" dirty="0">
                <a:latin typeface="+mj-lt"/>
              </a:rPr>
              <a:t> </a:t>
            </a:r>
            <a:r>
              <a:rPr lang="en-US" sz="1467" dirty="0" err="1">
                <a:latin typeface="+mj-lt"/>
              </a:rPr>
              <a:t>justo</a:t>
            </a:r>
            <a:r>
              <a:rPr lang="en-US" sz="1467" dirty="0">
                <a:latin typeface="+mj-lt"/>
              </a:rPr>
              <a:t>, vitae </a:t>
            </a:r>
            <a:r>
              <a:rPr lang="en-US" sz="1467" dirty="0" err="1">
                <a:latin typeface="+mj-lt"/>
              </a:rPr>
              <a:t>hendrerit</a:t>
            </a:r>
            <a:r>
              <a:rPr lang="en-US" sz="1467" dirty="0">
                <a:latin typeface="+mj-lt"/>
              </a:rPr>
              <a:t> </a:t>
            </a:r>
            <a:r>
              <a:rPr lang="en-US" sz="1467" dirty="0" err="1">
                <a:latin typeface="+mj-lt"/>
              </a:rPr>
              <a:t>orci</a:t>
            </a:r>
            <a:r>
              <a:rPr lang="en-US" sz="1467" dirty="0">
                <a:latin typeface="+mj-lt"/>
              </a:rPr>
              <a:t>. </a:t>
            </a:r>
            <a:r>
              <a:rPr lang="en-US" sz="1467" dirty="0" err="1">
                <a:latin typeface="+mj-lt"/>
              </a:rPr>
              <a:t>Duis</a:t>
            </a:r>
            <a:r>
              <a:rPr lang="en-US" sz="1467" dirty="0">
                <a:latin typeface="+mj-lt"/>
              </a:rPr>
              <a:t> </a:t>
            </a:r>
            <a:r>
              <a:rPr lang="en-US" sz="1467" dirty="0" err="1">
                <a:latin typeface="+mj-lt"/>
              </a:rPr>
              <a:t>nec</a:t>
            </a:r>
            <a:r>
              <a:rPr lang="en-US" sz="1467" dirty="0">
                <a:latin typeface="+mj-lt"/>
              </a:rPr>
              <a:t> </a:t>
            </a:r>
            <a:r>
              <a:rPr lang="en-US" sz="1467" dirty="0" err="1">
                <a:latin typeface="+mj-lt"/>
              </a:rPr>
              <a:t>sapien</a:t>
            </a:r>
            <a:r>
              <a:rPr lang="en-US" sz="1467" dirty="0">
                <a:latin typeface="+mj-lt"/>
              </a:rPr>
              <a:t> </a:t>
            </a:r>
            <a:r>
              <a:rPr lang="en-US" sz="1467" dirty="0" err="1">
                <a:latin typeface="+mj-lt"/>
              </a:rPr>
              <a:t>viverra</a:t>
            </a:r>
            <a:r>
              <a:rPr lang="en-US" sz="1467" dirty="0">
                <a:latin typeface="+mj-lt"/>
              </a:rPr>
              <a:t>, </a:t>
            </a:r>
            <a:r>
              <a:rPr lang="en-US" sz="1467" dirty="0" err="1">
                <a:latin typeface="+mj-lt"/>
              </a:rPr>
              <a:t>bibendum</a:t>
            </a:r>
            <a:r>
              <a:rPr lang="en-US" sz="1467" dirty="0">
                <a:latin typeface="+mj-lt"/>
              </a:rPr>
              <a:t> </a:t>
            </a:r>
            <a:r>
              <a:rPr lang="en-US" sz="1467" dirty="0" err="1">
                <a:latin typeface="+mj-lt"/>
              </a:rPr>
              <a:t>tellus</a:t>
            </a:r>
            <a:r>
              <a:rPr lang="en-US" sz="1467" dirty="0">
                <a:latin typeface="+mj-lt"/>
              </a:rPr>
              <a:t> </a:t>
            </a:r>
            <a:r>
              <a:rPr lang="en-US" sz="1467" dirty="0" err="1">
                <a:latin typeface="+mj-lt"/>
              </a:rPr>
              <a:t>eget</a:t>
            </a:r>
            <a:r>
              <a:rPr lang="en-US" sz="1467" dirty="0">
                <a:latin typeface="+mj-lt"/>
              </a:rPr>
              <a:t>, </a:t>
            </a:r>
            <a:r>
              <a:rPr lang="en-US" sz="1467" dirty="0" err="1">
                <a:latin typeface="+mj-lt"/>
              </a:rPr>
              <a:t>pellentesque</a:t>
            </a:r>
            <a:r>
              <a:rPr lang="en-US" sz="1467" dirty="0">
                <a:latin typeface="+mj-lt"/>
              </a:rPr>
              <a:t> </a:t>
            </a:r>
            <a:r>
              <a:rPr lang="en-US" sz="1467" dirty="0" err="1">
                <a:latin typeface="+mj-lt"/>
              </a:rPr>
              <a:t>massa</a:t>
            </a:r>
            <a:r>
              <a:rPr lang="en-US" sz="1467" dirty="0">
                <a:latin typeface="+mj-lt"/>
              </a:rPr>
              <a:t>. </a:t>
            </a:r>
            <a:r>
              <a:rPr lang="en-US" sz="1467" dirty="0" err="1">
                <a:latin typeface="+mj-lt"/>
              </a:rPr>
              <a:t>Nulla</a:t>
            </a:r>
            <a:r>
              <a:rPr lang="en-US" sz="1467" dirty="0">
                <a:latin typeface="+mj-lt"/>
              </a:rPr>
              <a:t> </a:t>
            </a:r>
            <a:r>
              <a:rPr lang="en-US" sz="1467" dirty="0" err="1">
                <a:latin typeface="+mj-lt"/>
              </a:rPr>
              <a:t>feugiat</a:t>
            </a:r>
            <a:r>
              <a:rPr lang="en-US" sz="1467" dirty="0">
                <a:latin typeface="+mj-lt"/>
              </a:rPr>
              <a:t>, </a:t>
            </a:r>
            <a:r>
              <a:rPr lang="en-US" sz="1467" dirty="0" err="1">
                <a:latin typeface="+mj-lt"/>
              </a:rPr>
              <a:t>turpis</a:t>
            </a:r>
            <a:r>
              <a:rPr lang="en-US" sz="1467" dirty="0">
                <a:latin typeface="+mj-lt"/>
              </a:rPr>
              <a:t> et </a:t>
            </a:r>
            <a:r>
              <a:rPr lang="en-US" sz="1467" dirty="0" err="1">
                <a:latin typeface="+mj-lt"/>
              </a:rPr>
              <a:t>posuere</a:t>
            </a:r>
            <a:r>
              <a:rPr lang="en-US" sz="1467" dirty="0">
                <a:latin typeface="+mj-lt"/>
              </a:rPr>
              <a:t> </a:t>
            </a:r>
            <a:r>
              <a:rPr lang="en-US" sz="1467" dirty="0" err="1">
                <a:latin typeface="+mj-lt"/>
              </a:rPr>
              <a:t>viverra</a:t>
            </a:r>
            <a:r>
              <a:rPr lang="en-US" sz="1467" dirty="0">
                <a:latin typeface="+mj-lt"/>
              </a:rPr>
              <a:t>, ipsum </a:t>
            </a:r>
            <a:r>
              <a:rPr lang="en-US" sz="1467" dirty="0" err="1">
                <a:latin typeface="+mj-lt"/>
              </a:rPr>
              <a:t>sem</a:t>
            </a:r>
            <a:r>
              <a:rPr lang="en-US" sz="1467" dirty="0">
                <a:latin typeface="+mj-lt"/>
              </a:rPr>
              <a:t> </a:t>
            </a:r>
            <a:r>
              <a:rPr lang="en-US" sz="1467" dirty="0" err="1">
                <a:latin typeface="+mj-lt"/>
              </a:rPr>
              <a:t>tincidunt</a:t>
            </a:r>
            <a:r>
              <a:rPr lang="en-US" sz="1467" dirty="0">
                <a:latin typeface="+mj-lt"/>
              </a:rPr>
              <a:t> </a:t>
            </a:r>
            <a:r>
              <a:rPr lang="en-US" sz="1467" dirty="0" err="1">
                <a:latin typeface="+mj-lt"/>
              </a:rPr>
              <a:t>est</a:t>
            </a:r>
            <a:r>
              <a:rPr lang="en-US" sz="1467" dirty="0">
                <a:latin typeface="+mj-lt"/>
              </a:rPr>
              <a:t>, </a:t>
            </a:r>
            <a:r>
              <a:rPr lang="en-US" sz="1467" dirty="0" err="1">
                <a:latin typeface="+mj-lt"/>
              </a:rPr>
              <a:t>finibus</a:t>
            </a:r>
            <a:r>
              <a:rPr lang="en-US" sz="1467" dirty="0">
                <a:latin typeface="+mj-lt"/>
              </a:rPr>
              <a:t> </a:t>
            </a:r>
            <a:r>
              <a:rPr lang="en-US" sz="1467" dirty="0" err="1">
                <a:latin typeface="+mj-lt"/>
              </a:rPr>
              <a:t>tempor</a:t>
            </a:r>
            <a:r>
              <a:rPr lang="en-US" sz="1467" dirty="0">
                <a:latin typeface="+mj-lt"/>
              </a:rPr>
              <a:t> </a:t>
            </a:r>
            <a:r>
              <a:rPr lang="en-US" sz="1467" dirty="0" err="1">
                <a:latin typeface="+mj-lt"/>
              </a:rPr>
              <a:t>nibh</a:t>
            </a:r>
            <a:r>
              <a:rPr lang="en-US" sz="1467" dirty="0">
                <a:latin typeface="+mj-lt"/>
              </a:rPr>
              <a:t> ante semper diam. </a:t>
            </a:r>
            <a:r>
              <a:rPr lang="en-US" sz="1467" dirty="0" err="1">
                <a:latin typeface="+mj-lt"/>
              </a:rPr>
              <a:t>Nullam</a:t>
            </a:r>
            <a:r>
              <a:rPr lang="en-US" sz="1467" dirty="0">
                <a:latin typeface="+mj-lt"/>
              </a:rPr>
              <a:t> </a:t>
            </a:r>
            <a:r>
              <a:rPr lang="en-US" sz="1467" dirty="0" err="1">
                <a:latin typeface="+mj-lt"/>
              </a:rPr>
              <a:t>quis</a:t>
            </a:r>
            <a:r>
              <a:rPr lang="en-US" sz="1467" dirty="0">
                <a:latin typeface="+mj-lt"/>
              </a:rPr>
              <a:t> </a:t>
            </a:r>
            <a:r>
              <a:rPr lang="en-US" sz="1467" dirty="0" err="1">
                <a:latin typeface="+mj-lt"/>
              </a:rPr>
              <a:t>euismod</a:t>
            </a:r>
            <a:r>
              <a:rPr lang="en-US" sz="1467" dirty="0">
                <a:latin typeface="+mj-lt"/>
              </a:rPr>
              <a:t> </a:t>
            </a:r>
            <a:r>
              <a:rPr lang="en-US" sz="1467" dirty="0" err="1">
                <a:latin typeface="+mj-lt"/>
              </a:rPr>
              <a:t>neque</a:t>
            </a:r>
            <a:r>
              <a:rPr lang="en-US" sz="1467" dirty="0">
                <a:latin typeface="+mj-lt"/>
              </a:rPr>
              <a:t>, </a:t>
            </a:r>
            <a:r>
              <a:rPr lang="en-US" sz="1467" dirty="0" err="1">
                <a:latin typeface="+mj-lt"/>
              </a:rPr>
              <a:t>nec</a:t>
            </a:r>
            <a:r>
              <a:rPr lang="en-US" sz="1467" dirty="0">
                <a:latin typeface="+mj-lt"/>
              </a:rPr>
              <a:t> </a:t>
            </a:r>
            <a:r>
              <a:rPr lang="en-US" sz="1467" dirty="0" err="1">
                <a:latin typeface="+mj-lt"/>
              </a:rPr>
              <a:t>facilisis</a:t>
            </a:r>
            <a:r>
              <a:rPr lang="en-US" sz="1467" dirty="0">
                <a:latin typeface="+mj-lt"/>
              </a:rPr>
              <a:t> sem. </a:t>
            </a:r>
            <a:r>
              <a:rPr lang="en-US" sz="1467" dirty="0" err="1">
                <a:latin typeface="+mj-lt"/>
              </a:rPr>
              <a:t>Morbi</a:t>
            </a:r>
            <a:r>
              <a:rPr lang="en-US" sz="1467" dirty="0">
                <a:latin typeface="+mj-lt"/>
              </a:rPr>
              <a:t> </a:t>
            </a:r>
            <a:r>
              <a:rPr lang="en-US" sz="1467" dirty="0" err="1">
                <a:latin typeface="+mj-lt"/>
              </a:rPr>
              <a:t>egestas</a:t>
            </a:r>
            <a:r>
              <a:rPr lang="en-US" sz="1467" dirty="0">
                <a:latin typeface="+mj-lt"/>
              </a:rPr>
              <a:t> </a:t>
            </a:r>
            <a:r>
              <a:rPr lang="en-US" sz="1467" dirty="0" err="1">
                <a:latin typeface="+mj-lt"/>
              </a:rPr>
              <a:t>iaculis</a:t>
            </a:r>
            <a:r>
              <a:rPr lang="en-US" sz="1467" dirty="0">
                <a:latin typeface="+mj-lt"/>
              </a:rPr>
              <a:t> </a:t>
            </a:r>
            <a:r>
              <a:rPr lang="en-US" sz="1467" dirty="0" err="1">
                <a:latin typeface="+mj-lt"/>
              </a:rPr>
              <a:t>dignissim</a:t>
            </a:r>
            <a:r>
              <a:rPr lang="en-US" sz="1467" dirty="0">
                <a:latin typeface="+mj-lt"/>
              </a:rPr>
              <a:t>. In </a:t>
            </a:r>
            <a:r>
              <a:rPr lang="en-US" sz="1467" dirty="0" err="1">
                <a:latin typeface="+mj-lt"/>
              </a:rPr>
              <a:t>accumsan</a:t>
            </a:r>
            <a:r>
              <a:rPr lang="en-US" sz="1467" dirty="0">
                <a:latin typeface="+mj-lt"/>
              </a:rPr>
              <a:t> </a:t>
            </a:r>
            <a:r>
              <a:rPr lang="en-US" sz="1467" dirty="0" err="1">
                <a:latin typeface="+mj-lt"/>
              </a:rPr>
              <a:t>tortor</a:t>
            </a:r>
            <a:r>
              <a:rPr lang="en-US" sz="1467" dirty="0">
                <a:latin typeface="+mj-lt"/>
              </a:rPr>
              <a:t> </a:t>
            </a:r>
            <a:r>
              <a:rPr lang="en-US" sz="1467" dirty="0" err="1">
                <a:latin typeface="+mj-lt"/>
              </a:rPr>
              <a:t>elit</a:t>
            </a:r>
            <a:r>
              <a:rPr lang="en-US" sz="1467" dirty="0">
                <a:latin typeface="+mj-lt"/>
              </a:rPr>
              <a:t>, non </a:t>
            </a:r>
            <a:r>
              <a:rPr lang="en-US" sz="1467" dirty="0" err="1">
                <a:latin typeface="+mj-lt"/>
              </a:rPr>
              <a:t>euismod</a:t>
            </a:r>
            <a:r>
              <a:rPr lang="en-US" sz="1467" dirty="0">
                <a:latin typeface="+mj-lt"/>
              </a:rPr>
              <a:t> </a:t>
            </a:r>
            <a:r>
              <a:rPr lang="en-US" sz="1467" dirty="0" err="1">
                <a:latin typeface="+mj-lt"/>
              </a:rPr>
              <a:t>eros</a:t>
            </a:r>
            <a:r>
              <a:rPr lang="en-US" sz="1467" dirty="0">
                <a:latin typeface="+mj-lt"/>
              </a:rPr>
              <a:t> </a:t>
            </a:r>
            <a:r>
              <a:rPr lang="en-US" sz="1467" dirty="0" err="1">
                <a:latin typeface="+mj-lt"/>
              </a:rPr>
              <a:t>accumsan</a:t>
            </a:r>
            <a:r>
              <a:rPr lang="en-US" sz="1467" dirty="0">
                <a:latin typeface="+mj-lt"/>
              </a:rPr>
              <a:t> ac. </a:t>
            </a:r>
            <a:r>
              <a:rPr lang="en-US" sz="1467" dirty="0" err="1">
                <a:latin typeface="+mj-lt"/>
              </a:rPr>
              <a:t>Sed</a:t>
            </a:r>
            <a:r>
              <a:rPr lang="en-US" sz="1467" dirty="0">
                <a:latin typeface="+mj-lt"/>
              </a:rPr>
              <a:t> </a:t>
            </a:r>
            <a:r>
              <a:rPr lang="en-US" sz="1467" dirty="0" err="1">
                <a:latin typeface="+mj-lt"/>
              </a:rPr>
              <a:t>ultrices</a:t>
            </a:r>
            <a:r>
              <a:rPr lang="en-US" sz="1467" dirty="0">
                <a:latin typeface="+mj-lt"/>
              </a:rPr>
              <a:t> mi lorem, </a:t>
            </a:r>
            <a:r>
              <a:rPr lang="en-US" sz="1467" dirty="0" err="1">
                <a:latin typeface="+mj-lt"/>
              </a:rPr>
              <a:t>ut</a:t>
            </a:r>
            <a:r>
              <a:rPr lang="en-US" sz="1467" dirty="0">
                <a:latin typeface="+mj-lt"/>
              </a:rPr>
              <a:t> </a:t>
            </a:r>
            <a:r>
              <a:rPr lang="en-US" sz="1467" dirty="0" err="1">
                <a:latin typeface="+mj-lt"/>
              </a:rPr>
              <a:t>dignissim</a:t>
            </a:r>
            <a:r>
              <a:rPr lang="en-US" sz="1467" dirty="0">
                <a:latin typeface="+mj-lt"/>
              </a:rPr>
              <a:t> </a:t>
            </a:r>
            <a:r>
              <a:rPr lang="en-US" sz="1467" dirty="0" err="1">
                <a:latin typeface="+mj-lt"/>
              </a:rPr>
              <a:t>nibh</a:t>
            </a:r>
            <a:r>
              <a:rPr lang="en-US" sz="1467" dirty="0">
                <a:latin typeface="+mj-lt"/>
              </a:rPr>
              <a:t> </a:t>
            </a:r>
            <a:r>
              <a:rPr lang="en-US" sz="1467" dirty="0" err="1">
                <a:latin typeface="+mj-lt"/>
              </a:rPr>
              <a:t>facilisis</a:t>
            </a:r>
            <a:r>
              <a:rPr lang="en-US" sz="1467" dirty="0">
                <a:latin typeface="+mj-lt"/>
              </a:rPr>
              <a:t> vel.</a:t>
            </a:r>
          </a:p>
        </p:txBody>
      </p:sp>
      <p:sp>
        <p:nvSpPr>
          <p:cNvPr id="5" name="Text Placeholder 4"/>
          <p:cNvSpPr>
            <a:spLocks noGrp="1"/>
          </p:cNvSpPr>
          <p:nvPr>
            <p:ph type="body" sz="quarter" idx="11" hasCustomPrompt="1"/>
          </p:nvPr>
        </p:nvSpPr>
        <p:spPr>
          <a:xfrm>
            <a:off x="476251" y="1439333"/>
            <a:ext cx="11239500" cy="457200"/>
          </a:xfrm>
        </p:spPr>
        <p:txBody>
          <a:bodyPr wrap="none" bIns="0">
            <a:noAutofit/>
          </a:bodyPr>
          <a:lstStyle>
            <a:lvl1pPr marL="0" indent="0">
              <a:spcBef>
                <a:spcPts val="384"/>
              </a:spcBef>
              <a:buNone/>
              <a:defRPr sz="1600" b="1" i="0" cap="all" spc="267" baseline="0">
                <a:solidFill>
                  <a:schemeClr val="accent2"/>
                </a:solidFill>
              </a:defRPr>
            </a:lvl1pPr>
          </a:lstStyle>
          <a:p>
            <a:pPr lvl="0"/>
            <a:r>
              <a:rPr lang="en-US" dirty="0"/>
              <a:t>Highlight goes here</a:t>
            </a:r>
          </a:p>
        </p:txBody>
      </p:sp>
      <p:cxnSp>
        <p:nvCxnSpPr>
          <p:cNvPr id="6" name="Straight Connector 5"/>
          <p:cNvCxnSpPr/>
          <p:nvPr/>
        </p:nvCxnSpPr>
        <p:spPr>
          <a:xfrm>
            <a:off x="392546" y="955249"/>
            <a:ext cx="1140690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9884588" y="6435519"/>
            <a:ext cx="1831163" cy="422483"/>
          </a:xfrm>
          <a:prstGeom prst="rect">
            <a:avLst/>
          </a:prstGeom>
        </p:spPr>
        <p:txBody>
          <a:bodyPr vert="horz" wrap="none" lIns="91440" tIns="45720" rIns="0" bIns="82296" rtlCol="0" anchor="ctr"/>
          <a:lstStyle>
            <a:lvl1pPr algn="r">
              <a:defRPr sz="1867"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12187541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3" name="Content Placeholder 5"/>
          <p:cNvSpPr>
            <a:spLocks noGrp="1"/>
          </p:cNvSpPr>
          <p:nvPr>
            <p:ph sz="quarter" idx="10" hasCustomPrompt="1"/>
          </p:nvPr>
        </p:nvSpPr>
        <p:spPr>
          <a:xfrm>
            <a:off x="476253" y="1896533"/>
            <a:ext cx="5314948" cy="4072467"/>
          </a:xfrm>
        </p:spPr>
        <p:txBody>
          <a:bodyPr/>
          <a:lstStyle>
            <a:lvl1pPr marL="228594" indent="-228594">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5" name="Text Placeholder 4"/>
          <p:cNvSpPr>
            <a:spLocks noGrp="1"/>
          </p:cNvSpPr>
          <p:nvPr>
            <p:ph type="body" sz="quarter" idx="11" hasCustomPrompt="1"/>
          </p:nvPr>
        </p:nvSpPr>
        <p:spPr>
          <a:xfrm>
            <a:off x="476252" y="1439333"/>
            <a:ext cx="5314949" cy="457200"/>
          </a:xfrm>
        </p:spPr>
        <p:txBody>
          <a:bodyPr wrap="none" bIns="0">
            <a:noAutofit/>
          </a:bodyPr>
          <a:lstStyle>
            <a:lvl1pPr marL="0" indent="0">
              <a:spcBef>
                <a:spcPts val="384"/>
              </a:spcBef>
              <a:buNone/>
              <a:defRPr sz="1600" b="1" i="0" cap="all" spc="267" baseline="0">
                <a:solidFill>
                  <a:schemeClr val="accent2"/>
                </a:solidFill>
              </a:defRPr>
            </a:lvl1pPr>
          </a:lstStyle>
          <a:p>
            <a:pPr lvl="0"/>
            <a:r>
              <a:rPr lang="en-US" dirty="0"/>
              <a:t>Highlight goes here</a:t>
            </a:r>
          </a:p>
        </p:txBody>
      </p:sp>
      <p:sp>
        <p:nvSpPr>
          <p:cNvPr id="6" name="Content Placeholder 5"/>
          <p:cNvSpPr>
            <a:spLocks noGrp="1"/>
          </p:cNvSpPr>
          <p:nvPr>
            <p:ph sz="quarter" idx="12" hasCustomPrompt="1"/>
          </p:nvPr>
        </p:nvSpPr>
        <p:spPr>
          <a:xfrm>
            <a:off x="6400799" y="1896533"/>
            <a:ext cx="5324476" cy="4072467"/>
          </a:xfrm>
        </p:spPr>
        <p:txBody>
          <a:bodyPr/>
          <a:lstStyle>
            <a:lvl1pPr marL="228594" indent="-228594">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7" name="Text Placeholder 4"/>
          <p:cNvSpPr>
            <a:spLocks noGrp="1"/>
          </p:cNvSpPr>
          <p:nvPr>
            <p:ph type="body" sz="quarter" idx="13" hasCustomPrompt="1"/>
          </p:nvPr>
        </p:nvSpPr>
        <p:spPr>
          <a:xfrm>
            <a:off x="6400797" y="1439333"/>
            <a:ext cx="5324479" cy="457200"/>
          </a:xfrm>
        </p:spPr>
        <p:txBody>
          <a:bodyPr wrap="none" bIns="0">
            <a:noAutofit/>
          </a:bodyPr>
          <a:lstStyle>
            <a:lvl1pPr marL="0" indent="0">
              <a:spcBef>
                <a:spcPts val="384"/>
              </a:spcBef>
              <a:buNone/>
              <a:defRPr sz="1600" b="1" i="0" cap="all" spc="267" baseline="0">
                <a:solidFill>
                  <a:schemeClr val="accent2"/>
                </a:solidFill>
              </a:defRPr>
            </a:lvl1pPr>
          </a:lstStyle>
          <a:p>
            <a:pPr lvl="0"/>
            <a:r>
              <a:rPr lang="en-US" dirty="0"/>
              <a:t>OTHER Highlight goes here</a:t>
            </a:r>
          </a:p>
        </p:txBody>
      </p:sp>
      <p:cxnSp>
        <p:nvCxnSpPr>
          <p:cNvPr id="8" name="Straight Connector 7"/>
          <p:cNvCxnSpPr/>
          <p:nvPr/>
        </p:nvCxnSpPr>
        <p:spPr>
          <a:xfrm>
            <a:off x="392546" y="955249"/>
            <a:ext cx="1140690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9884588" y="6435519"/>
            <a:ext cx="1831163" cy="422483"/>
          </a:xfrm>
          <a:prstGeom prst="rect">
            <a:avLst/>
          </a:prstGeom>
        </p:spPr>
        <p:txBody>
          <a:bodyPr vert="horz" wrap="none" lIns="91440" tIns="45720" rIns="0" bIns="82296" rtlCol="0" anchor="ctr"/>
          <a:lstStyle>
            <a:lvl1pPr algn="r">
              <a:defRPr sz="1867"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1630262999"/>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nten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476253" y="1439333"/>
            <a:ext cx="5314948" cy="4529667"/>
          </a:xfrm>
        </p:spPr>
        <p:txBody>
          <a:bodyPr/>
          <a:lstStyle>
            <a:lvl1pPr marL="228594" marR="0" indent="-228594" algn="l" defTabSz="1219170" rtl="0" eaLnBrk="1" fontAlgn="auto" latinLnBrk="0" hangingPunct="1">
              <a:lnSpc>
                <a:spcPts val="2133"/>
              </a:lnSpc>
              <a:spcBef>
                <a:spcPts val="352"/>
              </a:spcBef>
              <a:spcAft>
                <a:spcPts val="4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p:txBody>
      </p:sp>
      <p:sp>
        <p:nvSpPr>
          <p:cNvPr id="9" name="Picture Placeholder 8"/>
          <p:cNvSpPr>
            <a:spLocks noGrp="1"/>
          </p:cNvSpPr>
          <p:nvPr>
            <p:ph type="pic" sz="quarter" idx="11" hasCustomPrompt="1"/>
          </p:nvPr>
        </p:nvSpPr>
        <p:spPr>
          <a:xfrm>
            <a:off x="7112000" y="0"/>
            <a:ext cx="5080000" cy="6426200"/>
          </a:xfrm>
        </p:spPr>
        <p:txBody>
          <a:bodyPr anchor="ctr">
            <a:normAutofit/>
          </a:bodyPr>
          <a:lstStyle>
            <a:lvl1pPr marL="0" indent="0" algn="ctr">
              <a:buNone/>
              <a:defRPr sz="2133"/>
            </a:lvl1pPr>
          </a:lstStyle>
          <a:p>
            <a:r>
              <a:rPr lang="en-US" dirty="0"/>
              <a:t>Please add picture here</a:t>
            </a:r>
          </a:p>
          <a:p>
            <a:endParaRPr lang="en-US" dirty="0"/>
          </a:p>
          <a:p>
            <a:endParaRPr lang="en-US" dirty="0"/>
          </a:p>
        </p:txBody>
      </p:sp>
      <p:cxnSp>
        <p:nvCxnSpPr>
          <p:cNvPr id="5" name="Straight Connector 4"/>
          <p:cNvCxnSpPr/>
          <p:nvPr/>
        </p:nvCxnSpPr>
        <p:spPr>
          <a:xfrm>
            <a:off x="392546" y="955249"/>
            <a:ext cx="562937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9884588" y="6435519"/>
            <a:ext cx="1831163" cy="422483"/>
          </a:xfrm>
          <a:prstGeom prst="rect">
            <a:avLst/>
          </a:prstGeom>
        </p:spPr>
        <p:txBody>
          <a:bodyPr vert="horz" wrap="none" lIns="91440" tIns="45720" rIns="0" bIns="82296" rtlCol="0" anchor="ctr"/>
          <a:lstStyle>
            <a:lvl1pPr algn="r">
              <a:defRPr sz="1867"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010783399"/>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tent with Highligh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6" name="Content Placeholder 5"/>
          <p:cNvSpPr>
            <a:spLocks noGrp="1"/>
          </p:cNvSpPr>
          <p:nvPr>
            <p:ph sz="quarter" idx="10" hasCustomPrompt="1"/>
          </p:nvPr>
        </p:nvSpPr>
        <p:spPr>
          <a:xfrm>
            <a:off x="476252" y="1896533"/>
            <a:ext cx="5314949" cy="4072467"/>
          </a:xfrm>
        </p:spPr>
        <p:txBody>
          <a:bodyPr/>
          <a:lstStyle>
            <a:lvl1pPr marL="228594" marR="0" indent="-228594" algn="l" defTabSz="1219170" rtl="0" eaLnBrk="1" fontAlgn="auto" latinLnBrk="0" hangingPunct="1">
              <a:lnSpc>
                <a:spcPts val="2133"/>
              </a:lnSpc>
              <a:spcBef>
                <a:spcPts val="352"/>
              </a:spcBef>
              <a:spcAft>
                <a:spcPts val="4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9" name="Picture Placeholder 8"/>
          <p:cNvSpPr>
            <a:spLocks noGrp="1"/>
          </p:cNvSpPr>
          <p:nvPr>
            <p:ph type="pic" sz="quarter" idx="11" hasCustomPrompt="1"/>
          </p:nvPr>
        </p:nvSpPr>
        <p:spPr>
          <a:xfrm>
            <a:off x="7112000" y="0"/>
            <a:ext cx="5080000" cy="6426200"/>
          </a:xfrm>
        </p:spPr>
        <p:txBody>
          <a:bodyPr anchor="ctr">
            <a:normAutofit/>
          </a:bodyPr>
          <a:lstStyle>
            <a:lvl1pPr marL="0" indent="0" algn="ctr">
              <a:buNone/>
              <a:defRPr sz="2133"/>
            </a:lvl1pPr>
          </a:lstStyle>
          <a:p>
            <a:r>
              <a:rPr lang="en-US" dirty="0"/>
              <a:t>Please add picture here</a:t>
            </a:r>
          </a:p>
          <a:p>
            <a:endParaRPr lang="en-US" dirty="0"/>
          </a:p>
          <a:p>
            <a:endParaRPr lang="en-US" dirty="0"/>
          </a:p>
        </p:txBody>
      </p:sp>
      <p:sp>
        <p:nvSpPr>
          <p:cNvPr id="5" name="Text Placeholder 4"/>
          <p:cNvSpPr>
            <a:spLocks noGrp="1"/>
          </p:cNvSpPr>
          <p:nvPr>
            <p:ph type="body" sz="quarter" idx="12" hasCustomPrompt="1"/>
          </p:nvPr>
        </p:nvSpPr>
        <p:spPr>
          <a:xfrm>
            <a:off x="476252" y="1439333"/>
            <a:ext cx="5314949" cy="457200"/>
          </a:xfrm>
        </p:spPr>
        <p:txBody>
          <a:bodyPr wrap="none" bIns="0">
            <a:noAutofit/>
          </a:bodyPr>
          <a:lstStyle>
            <a:lvl1pPr marL="0" indent="0">
              <a:spcBef>
                <a:spcPts val="384"/>
              </a:spcBef>
              <a:buNone/>
              <a:defRPr sz="1600" b="1" i="0" cap="all" spc="267" baseline="0">
                <a:solidFill>
                  <a:schemeClr val="accent2"/>
                </a:solidFill>
              </a:defRPr>
            </a:lvl1pPr>
          </a:lstStyle>
          <a:p>
            <a:pPr lvl="0"/>
            <a:r>
              <a:rPr lang="en-US" dirty="0"/>
              <a:t>Highlight goes here</a:t>
            </a:r>
          </a:p>
        </p:txBody>
      </p:sp>
      <p:cxnSp>
        <p:nvCxnSpPr>
          <p:cNvPr id="7" name="Straight Connector 6"/>
          <p:cNvCxnSpPr/>
          <p:nvPr/>
        </p:nvCxnSpPr>
        <p:spPr>
          <a:xfrm>
            <a:off x="392546" y="955249"/>
            <a:ext cx="562937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9884588" y="6435519"/>
            <a:ext cx="1831163" cy="422483"/>
          </a:xfrm>
          <a:prstGeom prst="rect">
            <a:avLst/>
          </a:prstGeom>
        </p:spPr>
        <p:txBody>
          <a:bodyPr vert="horz" wrap="none" lIns="91440" tIns="45720" rIns="0" bIns="82296" rtlCol="0" anchor="ctr"/>
          <a:lstStyle>
            <a:lvl1pPr algn="r">
              <a:defRPr sz="1867"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1142662631"/>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Lis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sp>
        <p:nvSpPr>
          <p:cNvPr id="9" name="Picture Placeholder 8"/>
          <p:cNvSpPr>
            <a:spLocks noGrp="1"/>
          </p:cNvSpPr>
          <p:nvPr>
            <p:ph type="pic" sz="quarter" idx="11" hasCustomPrompt="1"/>
          </p:nvPr>
        </p:nvSpPr>
        <p:spPr>
          <a:xfrm>
            <a:off x="7112000" y="0"/>
            <a:ext cx="5080000" cy="6426200"/>
          </a:xfrm>
        </p:spPr>
        <p:txBody>
          <a:bodyPr anchor="ctr">
            <a:normAutofit/>
          </a:bodyPr>
          <a:lstStyle>
            <a:lvl1pPr marL="0" indent="0" algn="ctr">
              <a:buNone/>
              <a:defRPr sz="2133"/>
            </a:lvl1pPr>
          </a:lstStyle>
          <a:p>
            <a:r>
              <a:rPr lang="en-US" dirty="0"/>
              <a:t>Please add picture here</a:t>
            </a:r>
          </a:p>
          <a:p>
            <a:endParaRPr lang="en-US" dirty="0"/>
          </a:p>
          <a:p>
            <a:endParaRPr lang="en-US" dirty="0"/>
          </a:p>
        </p:txBody>
      </p:sp>
      <p:cxnSp>
        <p:nvCxnSpPr>
          <p:cNvPr id="7" name="Straight Connector 6"/>
          <p:cNvCxnSpPr/>
          <p:nvPr/>
        </p:nvCxnSpPr>
        <p:spPr>
          <a:xfrm>
            <a:off x="392546" y="955249"/>
            <a:ext cx="5629372"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4" name="Text Placeholder 13"/>
          <p:cNvSpPr>
            <a:spLocks noGrp="1"/>
          </p:cNvSpPr>
          <p:nvPr>
            <p:ph type="body" sz="quarter" idx="12" hasCustomPrompt="1"/>
          </p:nvPr>
        </p:nvSpPr>
        <p:spPr>
          <a:xfrm>
            <a:off x="476251" y="1456655"/>
            <a:ext cx="475488" cy="475488"/>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867" b="1">
                <a:solidFill>
                  <a:schemeClr val="accent2"/>
                </a:solidFill>
                <a:latin typeface="+mj-lt"/>
              </a:defRPr>
            </a:lvl1pPr>
            <a:lvl2pPr marL="609585" indent="0">
              <a:buNone/>
              <a:defRPr>
                <a:latin typeface="+mj-lt"/>
              </a:defRPr>
            </a:lvl2pPr>
            <a:lvl3pPr marL="1219170" indent="0">
              <a:buNone/>
              <a:defRPr>
                <a:latin typeface="+mj-lt"/>
              </a:defRPr>
            </a:lvl3pPr>
            <a:lvl4pPr marL="1828754" indent="0">
              <a:buNone/>
              <a:defRPr>
                <a:latin typeface="+mj-lt"/>
              </a:defRPr>
            </a:lvl4pPr>
            <a:lvl5pPr marL="2438339" indent="0">
              <a:buFont typeface="Arial" panose="020B0604020202020204" pitchFamily="34" charset="0"/>
              <a:buNone/>
              <a:defRPr>
                <a:latin typeface="+mj-lt"/>
              </a:defRPr>
            </a:lvl5pPr>
          </a:lstStyle>
          <a:p>
            <a:pPr lvl="0"/>
            <a:r>
              <a:rPr lang="en-US" dirty="0"/>
              <a:t>#</a:t>
            </a:r>
          </a:p>
        </p:txBody>
      </p:sp>
      <p:sp>
        <p:nvSpPr>
          <p:cNvPr id="20" name="Text Placeholder 19"/>
          <p:cNvSpPr>
            <a:spLocks noGrp="1"/>
          </p:cNvSpPr>
          <p:nvPr>
            <p:ph type="body" sz="quarter" idx="13" hasCustomPrompt="1"/>
          </p:nvPr>
        </p:nvSpPr>
        <p:spPr>
          <a:xfrm>
            <a:off x="947963" y="1456655"/>
            <a:ext cx="4843237" cy="475488"/>
          </a:xfrm>
          <a:ln w="19050">
            <a:solidFill>
              <a:srgbClr val="F5F5F5"/>
            </a:solidFill>
          </a:ln>
        </p:spPr>
        <p:txBody>
          <a:bodyPr lIns="108000" anchor="ctr"/>
          <a:lstStyle>
            <a:lvl1pPr marL="0" indent="0">
              <a:buNone/>
              <a:defRPr b="1" i="0" cap="all" spc="267" baseline="0">
                <a:latin typeface="+mn-lt"/>
              </a:defRPr>
            </a:lvl1pPr>
            <a:lvl5pPr marL="2819330" indent="-380990">
              <a:buFont typeface="Arial" panose="020B0604020202020204" pitchFamily="34" charset="0"/>
              <a:buChar char="•"/>
              <a:defRPr/>
            </a:lvl5pPr>
          </a:lstStyle>
          <a:p>
            <a:pPr lvl="0"/>
            <a:r>
              <a:rPr lang="en-US" dirty="0"/>
              <a:t>Please put section one title here</a:t>
            </a:r>
          </a:p>
        </p:txBody>
      </p:sp>
      <p:sp>
        <p:nvSpPr>
          <p:cNvPr id="21" name="Text Placeholder 13"/>
          <p:cNvSpPr>
            <a:spLocks noGrp="1"/>
          </p:cNvSpPr>
          <p:nvPr>
            <p:ph type="body" sz="quarter" idx="14" hasCustomPrompt="1"/>
          </p:nvPr>
        </p:nvSpPr>
        <p:spPr>
          <a:xfrm>
            <a:off x="476251" y="5493512"/>
            <a:ext cx="475488" cy="475488"/>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867" b="1">
                <a:solidFill>
                  <a:schemeClr val="accent2"/>
                </a:solidFill>
                <a:latin typeface="+mj-lt"/>
              </a:defRPr>
            </a:lvl1pPr>
            <a:lvl2pPr marL="609585" indent="0">
              <a:buNone/>
              <a:defRPr>
                <a:latin typeface="+mj-lt"/>
              </a:defRPr>
            </a:lvl2pPr>
            <a:lvl3pPr marL="1219170" indent="0">
              <a:buNone/>
              <a:defRPr>
                <a:latin typeface="+mj-lt"/>
              </a:defRPr>
            </a:lvl3pPr>
            <a:lvl4pPr marL="1828754" indent="0">
              <a:buNone/>
              <a:defRPr>
                <a:latin typeface="+mj-lt"/>
              </a:defRPr>
            </a:lvl4pPr>
            <a:lvl5pPr marL="2438339" indent="0">
              <a:buFont typeface="Arial" panose="020B0604020202020204" pitchFamily="34" charset="0"/>
              <a:buNone/>
              <a:defRPr>
                <a:latin typeface="+mj-lt"/>
              </a:defRPr>
            </a:lvl5pPr>
          </a:lstStyle>
          <a:p>
            <a:pPr lvl="0"/>
            <a:r>
              <a:rPr lang="en-US" dirty="0"/>
              <a:t>#</a:t>
            </a:r>
          </a:p>
        </p:txBody>
      </p:sp>
      <p:sp>
        <p:nvSpPr>
          <p:cNvPr id="22" name="Text Placeholder 13"/>
          <p:cNvSpPr>
            <a:spLocks noGrp="1"/>
          </p:cNvSpPr>
          <p:nvPr>
            <p:ph type="body" sz="quarter" idx="15" hasCustomPrompt="1"/>
          </p:nvPr>
        </p:nvSpPr>
        <p:spPr>
          <a:xfrm>
            <a:off x="476251" y="2264027"/>
            <a:ext cx="475488" cy="475488"/>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867" b="1">
                <a:solidFill>
                  <a:schemeClr val="accent2"/>
                </a:solidFill>
                <a:latin typeface="+mj-lt"/>
              </a:defRPr>
            </a:lvl1pPr>
            <a:lvl2pPr marL="609585" indent="0">
              <a:buNone/>
              <a:defRPr>
                <a:latin typeface="+mj-lt"/>
              </a:defRPr>
            </a:lvl2pPr>
            <a:lvl3pPr marL="1219170" indent="0">
              <a:buNone/>
              <a:defRPr>
                <a:latin typeface="+mj-lt"/>
              </a:defRPr>
            </a:lvl3pPr>
            <a:lvl4pPr marL="1828754" indent="0">
              <a:buNone/>
              <a:defRPr>
                <a:latin typeface="+mj-lt"/>
              </a:defRPr>
            </a:lvl4pPr>
            <a:lvl5pPr marL="2438339" indent="0">
              <a:buFont typeface="Arial" panose="020B0604020202020204" pitchFamily="34" charset="0"/>
              <a:buNone/>
              <a:defRPr>
                <a:latin typeface="+mj-lt"/>
              </a:defRPr>
            </a:lvl5pPr>
          </a:lstStyle>
          <a:p>
            <a:pPr lvl="0"/>
            <a:r>
              <a:rPr lang="en-US" dirty="0"/>
              <a:t>#</a:t>
            </a:r>
          </a:p>
        </p:txBody>
      </p:sp>
      <p:sp>
        <p:nvSpPr>
          <p:cNvPr id="23" name="Text Placeholder 13"/>
          <p:cNvSpPr>
            <a:spLocks noGrp="1"/>
          </p:cNvSpPr>
          <p:nvPr>
            <p:ph type="body" sz="quarter" idx="16" hasCustomPrompt="1"/>
          </p:nvPr>
        </p:nvSpPr>
        <p:spPr>
          <a:xfrm>
            <a:off x="476251" y="3071399"/>
            <a:ext cx="475488" cy="475488"/>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867" b="1">
                <a:solidFill>
                  <a:schemeClr val="accent2"/>
                </a:solidFill>
                <a:latin typeface="+mj-lt"/>
              </a:defRPr>
            </a:lvl1pPr>
            <a:lvl2pPr marL="609585" indent="0">
              <a:buNone/>
              <a:defRPr>
                <a:latin typeface="+mj-lt"/>
              </a:defRPr>
            </a:lvl2pPr>
            <a:lvl3pPr marL="1219170" indent="0">
              <a:buNone/>
              <a:defRPr>
                <a:latin typeface="+mj-lt"/>
              </a:defRPr>
            </a:lvl3pPr>
            <a:lvl4pPr marL="1828754" indent="0">
              <a:buNone/>
              <a:defRPr>
                <a:latin typeface="+mj-lt"/>
              </a:defRPr>
            </a:lvl4pPr>
            <a:lvl5pPr marL="2438339" indent="0">
              <a:buFont typeface="Arial" panose="020B0604020202020204" pitchFamily="34" charset="0"/>
              <a:buNone/>
              <a:defRPr>
                <a:latin typeface="+mj-lt"/>
              </a:defRPr>
            </a:lvl5pPr>
          </a:lstStyle>
          <a:p>
            <a:pPr lvl="0"/>
            <a:r>
              <a:rPr lang="en-US" dirty="0"/>
              <a:t>#</a:t>
            </a:r>
          </a:p>
        </p:txBody>
      </p:sp>
      <p:sp>
        <p:nvSpPr>
          <p:cNvPr id="24" name="Text Placeholder 13"/>
          <p:cNvSpPr>
            <a:spLocks noGrp="1"/>
          </p:cNvSpPr>
          <p:nvPr>
            <p:ph type="body" sz="quarter" idx="17" hasCustomPrompt="1"/>
          </p:nvPr>
        </p:nvSpPr>
        <p:spPr>
          <a:xfrm>
            <a:off x="476251" y="3878771"/>
            <a:ext cx="475488" cy="475488"/>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867" b="1">
                <a:solidFill>
                  <a:schemeClr val="accent2"/>
                </a:solidFill>
                <a:latin typeface="+mj-lt"/>
              </a:defRPr>
            </a:lvl1pPr>
            <a:lvl2pPr marL="609585" indent="0">
              <a:buNone/>
              <a:defRPr>
                <a:latin typeface="+mj-lt"/>
              </a:defRPr>
            </a:lvl2pPr>
            <a:lvl3pPr marL="1219170" indent="0">
              <a:buNone/>
              <a:defRPr>
                <a:latin typeface="+mj-lt"/>
              </a:defRPr>
            </a:lvl3pPr>
            <a:lvl4pPr marL="1828754" indent="0">
              <a:buNone/>
              <a:defRPr>
                <a:latin typeface="+mj-lt"/>
              </a:defRPr>
            </a:lvl4pPr>
            <a:lvl5pPr marL="2438339" indent="0">
              <a:buFont typeface="Arial" panose="020B0604020202020204" pitchFamily="34" charset="0"/>
              <a:buNone/>
              <a:defRPr>
                <a:latin typeface="+mj-lt"/>
              </a:defRPr>
            </a:lvl5pPr>
          </a:lstStyle>
          <a:p>
            <a:pPr lvl="0"/>
            <a:r>
              <a:rPr lang="en-US" dirty="0"/>
              <a:t>#</a:t>
            </a:r>
          </a:p>
        </p:txBody>
      </p:sp>
      <p:sp>
        <p:nvSpPr>
          <p:cNvPr id="25" name="Text Placeholder 13"/>
          <p:cNvSpPr>
            <a:spLocks noGrp="1"/>
          </p:cNvSpPr>
          <p:nvPr>
            <p:ph type="body" sz="quarter" idx="18" hasCustomPrompt="1"/>
          </p:nvPr>
        </p:nvSpPr>
        <p:spPr>
          <a:xfrm>
            <a:off x="476251" y="4686143"/>
            <a:ext cx="475488" cy="475488"/>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867" b="1">
                <a:solidFill>
                  <a:schemeClr val="accent2"/>
                </a:solidFill>
                <a:latin typeface="+mj-lt"/>
              </a:defRPr>
            </a:lvl1pPr>
            <a:lvl2pPr marL="609585" indent="0">
              <a:buNone/>
              <a:defRPr>
                <a:latin typeface="+mj-lt"/>
              </a:defRPr>
            </a:lvl2pPr>
            <a:lvl3pPr marL="1219170" indent="0">
              <a:buNone/>
              <a:defRPr>
                <a:latin typeface="+mj-lt"/>
              </a:defRPr>
            </a:lvl3pPr>
            <a:lvl4pPr marL="1828754" indent="0">
              <a:buNone/>
              <a:defRPr>
                <a:latin typeface="+mj-lt"/>
              </a:defRPr>
            </a:lvl4pPr>
            <a:lvl5pPr marL="2438339" indent="0">
              <a:buFont typeface="Arial" panose="020B0604020202020204" pitchFamily="34" charset="0"/>
              <a:buNone/>
              <a:defRPr>
                <a:latin typeface="+mj-lt"/>
              </a:defRPr>
            </a:lvl5pPr>
          </a:lstStyle>
          <a:p>
            <a:pPr lvl="0"/>
            <a:r>
              <a:rPr lang="en-US" dirty="0"/>
              <a:t>#</a:t>
            </a:r>
          </a:p>
        </p:txBody>
      </p:sp>
      <p:sp>
        <p:nvSpPr>
          <p:cNvPr id="26" name="Text Placeholder 19"/>
          <p:cNvSpPr>
            <a:spLocks noGrp="1"/>
          </p:cNvSpPr>
          <p:nvPr>
            <p:ph type="body" sz="quarter" idx="19" hasCustomPrompt="1"/>
          </p:nvPr>
        </p:nvSpPr>
        <p:spPr>
          <a:xfrm>
            <a:off x="947963" y="2263477"/>
            <a:ext cx="4843237" cy="475488"/>
          </a:xfrm>
          <a:ln w="19050">
            <a:solidFill>
              <a:srgbClr val="F5F5F5"/>
            </a:solidFill>
          </a:ln>
        </p:spPr>
        <p:txBody>
          <a:bodyPr lIns="108000" anchor="ctr"/>
          <a:lstStyle>
            <a:lvl1pPr marL="0" indent="0">
              <a:buNone/>
              <a:defRPr b="1" i="0" cap="all" spc="267" baseline="0">
                <a:latin typeface="+mn-lt"/>
              </a:defRPr>
            </a:lvl1pPr>
            <a:lvl5pPr marL="2819330" indent="-380990">
              <a:buFont typeface="Arial" panose="020B0604020202020204" pitchFamily="34" charset="0"/>
              <a:buChar char="•"/>
              <a:defRPr/>
            </a:lvl5pPr>
          </a:lstStyle>
          <a:p>
            <a:pPr lvl="0"/>
            <a:r>
              <a:rPr lang="en-US" dirty="0"/>
              <a:t>Please put section TWO title here</a:t>
            </a:r>
          </a:p>
        </p:txBody>
      </p:sp>
      <p:sp>
        <p:nvSpPr>
          <p:cNvPr id="27" name="Text Placeholder 19"/>
          <p:cNvSpPr>
            <a:spLocks noGrp="1"/>
          </p:cNvSpPr>
          <p:nvPr>
            <p:ph type="body" sz="quarter" idx="20" hasCustomPrompt="1"/>
          </p:nvPr>
        </p:nvSpPr>
        <p:spPr>
          <a:xfrm>
            <a:off x="947963" y="3070300"/>
            <a:ext cx="4843237" cy="475488"/>
          </a:xfrm>
          <a:ln w="19050">
            <a:solidFill>
              <a:srgbClr val="F5F5F5"/>
            </a:solidFill>
          </a:ln>
        </p:spPr>
        <p:txBody>
          <a:bodyPr lIns="108000" anchor="ctr"/>
          <a:lstStyle>
            <a:lvl1pPr marL="0" indent="0">
              <a:buNone/>
              <a:defRPr b="1" i="0" cap="all" spc="267" baseline="0">
                <a:latin typeface="+mn-lt"/>
              </a:defRPr>
            </a:lvl1pPr>
            <a:lvl5pPr marL="2819330" indent="-380990">
              <a:buFont typeface="Arial" panose="020B0604020202020204" pitchFamily="34" charset="0"/>
              <a:buChar char="•"/>
              <a:defRPr/>
            </a:lvl5pPr>
          </a:lstStyle>
          <a:p>
            <a:pPr lvl="0"/>
            <a:r>
              <a:rPr lang="en-US" dirty="0"/>
              <a:t>Please put section THREE title here</a:t>
            </a:r>
          </a:p>
        </p:txBody>
      </p:sp>
      <p:sp>
        <p:nvSpPr>
          <p:cNvPr id="28" name="Text Placeholder 19"/>
          <p:cNvSpPr>
            <a:spLocks noGrp="1"/>
          </p:cNvSpPr>
          <p:nvPr>
            <p:ph type="body" sz="quarter" idx="21" hasCustomPrompt="1"/>
          </p:nvPr>
        </p:nvSpPr>
        <p:spPr>
          <a:xfrm>
            <a:off x="947963" y="3877123"/>
            <a:ext cx="4843237" cy="475488"/>
          </a:xfrm>
          <a:ln w="19050">
            <a:solidFill>
              <a:srgbClr val="F5F5F5"/>
            </a:solidFill>
          </a:ln>
        </p:spPr>
        <p:txBody>
          <a:bodyPr lIns="108000" anchor="ctr"/>
          <a:lstStyle>
            <a:lvl1pPr marL="0" indent="0">
              <a:buNone/>
              <a:defRPr b="1" i="0" cap="all" spc="267" baseline="0">
                <a:latin typeface="+mn-lt"/>
              </a:defRPr>
            </a:lvl1pPr>
            <a:lvl5pPr marL="2819330" indent="-380990">
              <a:buFont typeface="Arial" panose="020B0604020202020204" pitchFamily="34" charset="0"/>
              <a:buChar char="•"/>
              <a:defRPr/>
            </a:lvl5pPr>
          </a:lstStyle>
          <a:p>
            <a:pPr lvl="0"/>
            <a:r>
              <a:rPr lang="en-US" dirty="0"/>
              <a:t>…</a:t>
            </a:r>
          </a:p>
        </p:txBody>
      </p:sp>
      <p:sp>
        <p:nvSpPr>
          <p:cNvPr id="29" name="Text Placeholder 19"/>
          <p:cNvSpPr>
            <a:spLocks noGrp="1"/>
          </p:cNvSpPr>
          <p:nvPr>
            <p:ph type="body" sz="quarter" idx="22" hasCustomPrompt="1"/>
          </p:nvPr>
        </p:nvSpPr>
        <p:spPr>
          <a:xfrm>
            <a:off x="947963" y="4683945"/>
            <a:ext cx="4843237" cy="475488"/>
          </a:xfrm>
          <a:ln w="19050">
            <a:solidFill>
              <a:srgbClr val="F5F5F5"/>
            </a:solidFill>
          </a:ln>
        </p:spPr>
        <p:txBody>
          <a:bodyPr lIns="108000" anchor="ctr"/>
          <a:lstStyle>
            <a:lvl1pPr marL="0" indent="0">
              <a:buNone/>
              <a:defRPr b="1" i="0" cap="all" spc="267" baseline="0">
                <a:latin typeface="+mn-lt"/>
              </a:defRPr>
            </a:lvl1pPr>
            <a:lvl5pPr marL="2819330" indent="-380990">
              <a:buFont typeface="Arial" panose="020B0604020202020204" pitchFamily="34" charset="0"/>
              <a:buChar char="•"/>
              <a:defRPr/>
            </a:lvl5pPr>
          </a:lstStyle>
          <a:p>
            <a:pPr lvl="0"/>
            <a:r>
              <a:rPr lang="en-US" dirty="0"/>
              <a:t>And delete</a:t>
            </a:r>
          </a:p>
        </p:txBody>
      </p:sp>
      <p:sp>
        <p:nvSpPr>
          <p:cNvPr id="30" name="Text Placeholder 19"/>
          <p:cNvSpPr>
            <a:spLocks noGrp="1"/>
          </p:cNvSpPr>
          <p:nvPr>
            <p:ph type="body" sz="quarter" idx="23" hasCustomPrompt="1"/>
          </p:nvPr>
        </p:nvSpPr>
        <p:spPr>
          <a:xfrm>
            <a:off x="947963" y="5490769"/>
            <a:ext cx="4843237" cy="475488"/>
          </a:xfrm>
          <a:ln w="19050">
            <a:solidFill>
              <a:srgbClr val="F5F5F5"/>
            </a:solidFill>
          </a:ln>
        </p:spPr>
        <p:txBody>
          <a:bodyPr lIns="108000" anchor="ctr"/>
          <a:lstStyle>
            <a:lvl1pPr marL="0" indent="0">
              <a:buNone/>
              <a:defRPr b="1" i="0" cap="all" spc="267" baseline="0">
                <a:latin typeface="+mn-lt"/>
              </a:defRPr>
            </a:lvl1pPr>
            <a:lvl5pPr marL="2819330" indent="-380990">
              <a:buFont typeface="Arial" panose="020B0604020202020204" pitchFamily="34" charset="0"/>
              <a:buChar char="•"/>
              <a:defRPr/>
            </a:lvl5pPr>
          </a:lstStyle>
          <a:p>
            <a:pPr lvl="0"/>
            <a:r>
              <a:rPr lang="en-US" dirty="0"/>
              <a:t>The extras</a:t>
            </a:r>
          </a:p>
        </p:txBody>
      </p:sp>
      <p:sp>
        <p:nvSpPr>
          <p:cNvPr id="33" name="Slide Number Placeholder 1"/>
          <p:cNvSpPr>
            <a:spLocks noGrp="1"/>
          </p:cNvSpPr>
          <p:nvPr>
            <p:ph type="sldNum" sz="quarter" idx="4"/>
          </p:nvPr>
        </p:nvSpPr>
        <p:spPr>
          <a:xfrm>
            <a:off x="9884588" y="6435519"/>
            <a:ext cx="1831163" cy="422483"/>
          </a:xfrm>
          <a:prstGeom prst="rect">
            <a:avLst/>
          </a:prstGeom>
        </p:spPr>
        <p:txBody>
          <a:bodyPr vert="horz" wrap="none" lIns="91440" tIns="45720" rIns="0" bIns="82296" rtlCol="0" anchor="ctr"/>
          <a:lstStyle>
            <a:lvl1pPr algn="r">
              <a:defRPr sz="1867"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830372340"/>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ersonal Profile - Right">
    <p:spTree>
      <p:nvGrpSpPr>
        <p:cNvPr id="1" name=""/>
        <p:cNvGrpSpPr/>
        <p:nvPr/>
      </p:nvGrpSpPr>
      <p:grpSpPr>
        <a:xfrm>
          <a:off x="0" y="0"/>
          <a:ext cx="0" cy="0"/>
          <a:chOff x="0" y="0"/>
          <a:chExt cx="0" cy="0"/>
        </a:xfrm>
      </p:grpSpPr>
      <p:sp>
        <p:nvSpPr>
          <p:cNvPr id="6" name="Content Placeholder 5"/>
          <p:cNvSpPr>
            <a:spLocks noGrp="1"/>
          </p:cNvSpPr>
          <p:nvPr>
            <p:ph sz="quarter" idx="10" hasCustomPrompt="1"/>
          </p:nvPr>
        </p:nvSpPr>
        <p:spPr>
          <a:xfrm>
            <a:off x="898526" y="2373859"/>
            <a:ext cx="5314948" cy="3595140"/>
          </a:xfrm>
        </p:spPr>
        <p:txBody>
          <a:bodyPr/>
          <a:lstStyle>
            <a:lvl1pPr marL="228594" marR="0" indent="-228594" algn="l" defTabSz="1219170" rtl="0" eaLnBrk="1" fontAlgn="auto" latinLnBrk="0" hangingPunct="1">
              <a:lnSpc>
                <a:spcPts val="2133"/>
              </a:lnSpc>
              <a:spcBef>
                <a:spcPts val="352"/>
              </a:spcBef>
              <a:spcAft>
                <a:spcPts val="400"/>
              </a:spcAft>
              <a:buClrTx/>
              <a:buSzTx/>
              <a:buFont typeface="Arial" panose="020B0604020202020204" pitchFamily="34" charset="0"/>
              <a:buChar char="•"/>
              <a:tabLst/>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p:txBody>
      </p:sp>
      <p:sp>
        <p:nvSpPr>
          <p:cNvPr id="5" name="Text Placeholder 4"/>
          <p:cNvSpPr>
            <a:spLocks noGrp="1"/>
          </p:cNvSpPr>
          <p:nvPr>
            <p:ph type="body" sz="quarter" idx="12" hasCustomPrompt="1"/>
          </p:nvPr>
        </p:nvSpPr>
        <p:spPr>
          <a:xfrm>
            <a:off x="898524" y="1439333"/>
            <a:ext cx="5314949" cy="457200"/>
          </a:xfrm>
        </p:spPr>
        <p:txBody>
          <a:bodyPr wrap="none" bIns="0">
            <a:noAutofit/>
          </a:bodyPr>
          <a:lstStyle>
            <a:lvl1pPr marL="0" indent="0">
              <a:spcBef>
                <a:spcPts val="384"/>
              </a:spcBef>
              <a:buNone/>
              <a:defRPr sz="1600" b="1" i="0" cap="all" spc="267" baseline="0">
                <a:solidFill>
                  <a:schemeClr val="accent2"/>
                </a:solidFill>
              </a:defRPr>
            </a:lvl1pPr>
          </a:lstStyle>
          <a:p>
            <a:pPr lvl="0"/>
            <a:r>
              <a:rPr lang="en-US" dirty="0"/>
              <a:t>Highlight goes here</a:t>
            </a:r>
          </a:p>
        </p:txBody>
      </p:sp>
      <p:sp>
        <p:nvSpPr>
          <p:cNvPr id="11" name="Slide Number Placeholder 1"/>
          <p:cNvSpPr>
            <a:spLocks noGrp="1"/>
          </p:cNvSpPr>
          <p:nvPr>
            <p:ph type="sldNum" sz="quarter" idx="4"/>
          </p:nvPr>
        </p:nvSpPr>
        <p:spPr>
          <a:xfrm>
            <a:off x="9884588" y="6435519"/>
            <a:ext cx="1831163" cy="422483"/>
          </a:xfrm>
          <a:prstGeom prst="rect">
            <a:avLst/>
          </a:prstGeom>
        </p:spPr>
        <p:txBody>
          <a:bodyPr vert="horz" wrap="none" lIns="91440" tIns="45720" rIns="0" bIns="82296" rtlCol="0" anchor="ctr"/>
          <a:lstStyle>
            <a:lvl1pPr algn="r">
              <a:defRPr sz="1867" b="1" i="0">
                <a:solidFill>
                  <a:srgbClr val="FEFEFE"/>
                </a:solidFill>
                <a:latin typeface="+mj-lt"/>
              </a:defRPr>
            </a:lvl1pPr>
          </a:lstStyle>
          <a:p>
            <a:fld id="{3A707DD9-E92B-45E8-BE0A-E6B2EDF345EB}" type="slidenum">
              <a:rPr lang="en-US" smtClean="0"/>
              <a:pPr/>
              <a:t>‹#›</a:t>
            </a:fld>
            <a:endParaRPr lang="en-US" dirty="0"/>
          </a:p>
        </p:txBody>
      </p:sp>
      <p:sp>
        <p:nvSpPr>
          <p:cNvPr id="12" name="Text Placeholder 4"/>
          <p:cNvSpPr>
            <a:spLocks noGrp="1"/>
          </p:cNvSpPr>
          <p:nvPr>
            <p:ph type="body" sz="quarter" idx="15" hasCustomPrompt="1"/>
          </p:nvPr>
        </p:nvSpPr>
        <p:spPr>
          <a:xfrm>
            <a:off x="898524" y="1916660"/>
            <a:ext cx="5314949" cy="457200"/>
          </a:xfrm>
        </p:spPr>
        <p:txBody>
          <a:bodyPr wrap="none" bIns="0">
            <a:noAutofit/>
          </a:bodyPr>
          <a:lstStyle>
            <a:lvl1pPr marL="0" indent="0">
              <a:spcBef>
                <a:spcPts val="384"/>
              </a:spcBef>
              <a:buNone/>
              <a:defRPr sz="1200" b="1" i="1" cap="none" spc="133" baseline="0">
                <a:solidFill>
                  <a:schemeClr val="tx1"/>
                </a:solidFill>
              </a:defRPr>
            </a:lvl1pPr>
          </a:lstStyle>
          <a:p>
            <a:pPr lvl="0"/>
            <a:r>
              <a:rPr lang="en-US" dirty="0"/>
              <a:t>Please put title here</a:t>
            </a:r>
          </a:p>
        </p:txBody>
      </p:sp>
      <p:sp>
        <p:nvSpPr>
          <p:cNvPr id="13" name="Rectangle 12"/>
          <p:cNvSpPr/>
          <p:nvPr/>
        </p:nvSpPr>
        <p:spPr>
          <a:xfrm>
            <a:off x="7112000" y="1"/>
            <a:ext cx="5080001" cy="64355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Oval 13"/>
          <p:cNvSpPr/>
          <p:nvPr/>
        </p:nvSpPr>
        <p:spPr>
          <a:xfrm>
            <a:off x="8305208" y="1870968"/>
            <a:ext cx="2693581" cy="2693581"/>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5" name="Picture Placeholder 11"/>
          <p:cNvSpPr>
            <a:spLocks noGrp="1"/>
          </p:cNvSpPr>
          <p:nvPr>
            <p:ph type="pic" sz="quarter" idx="14" hasCustomPrompt="1"/>
          </p:nvPr>
        </p:nvSpPr>
        <p:spPr>
          <a:xfrm>
            <a:off x="8542527" y="2108287"/>
            <a:ext cx="2218944" cy="2218944"/>
          </a:xfrm>
          <a:prstGeom prst="ellipse">
            <a:avLst/>
          </a:prstGeom>
        </p:spPr>
        <p:txBody>
          <a:bodyPr anchor="ctr"/>
          <a:lstStyle>
            <a:lvl1pPr marL="0" indent="0" algn="ctr">
              <a:buNone/>
              <a:defRPr b="1">
                <a:solidFill>
                  <a:schemeClr val="bg1"/>
                </a:solidFill>
              </a:defRPr>
            </a:lvl1pPr>
          </a:lstStyle>
          <a:p>
            <a:r>
              <a:rPr lang="en-US" dirty="0"/>
              <a:t>PLEASE INSERT PHOTO HERE</a:t>
            </a:r>
          </a:p>
        </p:txBody>
      </p:sp>
    </p:spTree>
    <p:extLst>
      <p:ext uri="{BB962C8B-B14F-4D97-AF65-F5344CB8AC3E}">
        <p14:creationId xmlns:p14="http://schemas.microsoft.com/office/powerpoint/2010/main" val="1020319680"/>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ersonal Profile">
    <p:spTree>
      <p:nvGrpSpPr>
        <p:cNvPr id="1" name=""/>
        <p:cNvGrpSpPr/>
        <p:nvPr/>
      </p:nvGrpSpPr>
      <p:grpSpPr>
        <a:xfrm>
          <a:off x="0" y="0"/>
          <a:ext cx="0" cy="0"/>
          <a:chOff x="0" y="0"/>
          <a:chExt cx="0" cy="0"/>
        </a:xfrm>
      </p:grpSpPr>
      <p:sp>
        <p:nvSpPr>
          <p:cNvPr id="6" name="Content Placeholder 5"/>
          <p:cNvSpPr>
            <a:spLocks noGrp="1"/>
          </p:cNvSpPr>
          <p:nvPr>
            <p:ph sz="quarter" idx="12" hasCustomPrompt="1"/>
          </p:nvPr>
        </p:nvSpPr>
        <p:spPr>
          <a:xfrm>
            <a:off x="5973762" y="2373859"/>
            <a:ext cx="5324476" cy="3595140"/>
          </a:xfrm>
        </p:spPr>
        <p:txBody>
          <a:bodyPr/>
          <a:lstStyle>
            <a:lvl1pPr marL="228594" indent="-228594">
              <a:buFont typeface="Arial" panose="020B0604020202020204" pitchFamily="34" charset="0"/>
              <a:buChar char="•"/>
              <a:defRPr>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endParaRPr lang="en-US" dirty="0"/>
          </a:p>
        </p:txBody>
      </p:sp>
      <p:sp>
        <p:nvSpPr>
          <p:cNvPr id="7" name="Text Placeholder 4"/>
          <p:cNvSpPr>
            <a:spLocks noGrp="1"/>
          </p:cNvSpPr>
          <p:nvPr>
            <p:ph type="body" sz="quarter" idx="13" hasCustomPrompt="1"/>
          </p:nvPr>
        </p:nvSpPr>
        <p:spPr>
          <a:xfrm>
            <a:off x="5973762" y="1439333"/>
            <a:ext cx="5314951" cy="457200"/>
          </a:xfrm>
        </p:spPr>
        <p:txBody>
          <a:bodyPr wrap="none" bIns="0">
            <a:noAutofit/>
          </a:bodyPr>
          <a:lstStyle>
            <a:lvl1pPr marL="0" indent="0">
              <a:spcBef>
                <a:spcPts val="384"/>
              </a:spcBef>
              <a:buNone/>
              <a:defRPr sz="1600" b="1" i="0" cap="all" spc="267" baseline="0">
                <a:solidFill>
                  <a:schemeClr val="accent2"/>
                </a:solidFill>
              </a:defRPr>
            </a:lvl1pPr>
          </a:lstStyle>
          <a:p>
            <a:pPr lvl="0"/>
            <a:r>
              <a:rPr lang="en-US" dirty="0"/>
              <a:t>Please put name here</a:t>
            </a:r>
          </a:p>
        </p:txBody>
      </p:sp>
      <p:sp>
        <p:nvSpPr>
          <p:cNvPr id="9" name="Rectangle 8"/>
          <p:cNvSpPr/>
          <p:nvPr/>
        </p:nvSpPr>
        <p:spPr>
          <a:xfrm>
            <a:off x="-1" y="1"/>
            <a:ext cx="5080001" cy="64355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0" name="Oval 9"/>
          <p:cNvSpPr/>
          <p:nvPr/>
        </p:nvSpPr>
        <p:spPr>
          <a:xfrm>
            <a:off x="1193208" y="1870968"/>
            <a:ext cx="2693581" cy="2693581"/>
          </a:xfrm>
          <a:prstGeom prst="ellipse">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2" name="Picture Placeholder 11"/>
          <p:cNvSpPr>
            <a:spLocks noGrp="1"/>
          </p:cNvSpPr>
          <p:nvPr>
            <p:ph type="pic" sz="quarter" idx="14" hasCustomPrompt="1"/>
          </p:nvPr>
        </p:nvSpPr>
        <p:spPr>
          <a:xfrm>
            <a:off x="1430527" y="2108287"/>
            <a:ext cx="2218944" cy="2218944"/>
          </a:xfrm>
          <a:prstGeom prst="ellipse">
            <a:avLst/>
          </a:prstGeom>
        </p:spPr>
        <p:txBody>
          <a:bodyPr anchor="ctr"/>
          <a:lstStyle>
            <a:lvl1pPr marL="0" indent="0" algn="ctr">
              <a:buNone/>
              <a:defRPr b="1">
                <a:solidFill>
                  <a:schemeClr val="bg1"/>
                </a:solidFill>
              </a:defRPr>
            </a:lvl1pPr>
          </a:lstStyle>
          <a:p>
            <a:r>
              <a:rPr lang="en-US" dirty="0"/>
              <a:t>PLEASE INSERT PHOTO HERE</a:t>
            </a:r>
          </a:p>
        </p:txBody>
      </p:sp>
      <p:sp>
        <p:nvSpPr>
          <p:cNvPr id="13" name="Text Placeholder 4"/>
          <p:cNvSpPr>
            <a:spLocks noGrp="1"/>
          </p:cNvSpPr>
          <p:nvPr>
            <p:ph type="body" sz="quarter" idx="15" hasCustomPrompt="1"/>
          </p:nvPr>
        </p:nvSpPr>
        <p:spPr>
          <a:xfrm>
            <a:off x="5973761" y="1916660"/>
            <a:ext cx="5324723" cy="457200"/>
          </a:xfrm>
        </p:spPr>
        <p:txBody>
          <a:bodyPr wrap="none" bIns="0">
            <a:noAutofit/>
          </a:bodyPr>
          <a:lstStyle>
            <a:lvl1pPr marL="0" indent="0">
              <a:spcBef>
                <a:spcPts val="384"/>
              </a:spcBef>
              <a:buNone/>
              <a:defRPr sz="1200" b="1" i="1" cap="none" spc="133" baseline="0">
                <a:solidFill>
                  <a:schemeClr val="tx1"/>
                </a:solidFill>
              </a:defRPr>
            </a:lvl1pPr>
          </a:lstStyle>
          <a:p>
            <a:pPr lvl="0"/>
            <a:r>
              <a:rPr lang="en-US" dirty="0"/>
              <a:t>Please put title here</a:t>
            </a:r>
          </a:p>
        </p:txBody>
      </p:sp>
      <p:sp>
        <p:nvSpPr>
          <p:cNvPr id="15" name="Slide Number Placeholder 1"/>
          <p:cNvSpPr>
            <a:spLocks noGrp="1"/>
          </p:cNvSpPr>
          <p:nvPr>
            <p:ph type="sldNum" sz="quarter" idx="4"/>
          </p:nvPr>
        </p:nvSpPr>
        <p:spPr>
          <a:xfrm>
            <a:off x="9884588" y="6435519"/>
            <a:ext cx="1831163" cy="422483"/>
          </a:xfrm>
          <a:prstGeom prst="rect">
            <a:avLst/>
          </a:prstGeom>
        </p:spPr>
        <p:txBody>
          <a:bodyPr vert="horz" wrap="none" lIns="91440" tIns="45720" rIns="0" bIns="82296" rtlCol="0" anchor="ctr"/>
          <a:lstStyle>
            <a:lvl1pPr algn="r">
              <a:defRPr sz="1867"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104162409"/>
      </p:ext>
    </p:extLst>
  </p:cSld>
  <p:clrMapOvr>
    <a:masterClrMapping/>
  </p:clrMapOvr>
  <p:extLst>
    <p:ext uri="{DCECCB84-F9BA-43D5-87BE-67443E8EF086}">
      <p15:sldGuideLst xmlns:p15="http://schemas.microsoft.com/office/powerpoint/2012/main">
        <p15:guide id="1" pos="2400">
          <p15:clr>
            <a:srgbClr val="FBAE40"/>
          </p15:clr>
        </p15:guide>
        <p15:guide id="2" orient="horz" pos="1524">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tent on Color Canvas">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dirty="0"/>
              <a:t>Please Add Slide Headline Here</a:t>
            </a:r>
          </a:p>
        </p:txBody>
      </p:sp>
      <p:sp>
        <p:nvSpPr>
          <p:cNvPr id="6" name="Content Placeholder 5"/>
          <p:cNvSpPr>
            <a:spLocks noGrp="1"/>
          </p:cNvSpPr>
          <p:nvPr>
            <p:ph sz="quarter" idx="10" hasCustomPrompt="1"/>
          </p:nvPr>
        </p:nvSpPr>
        <p:spPr>
          <a:xfrm>
            <a:off x="476251" y="1439333"/>
            <a:ext cx="11239500" cy="4529667"/>
          </a:xfrm>
        </p:spPr>
        <p:txBody>
          <a:bodyPr/>
          <a:lstStyle>
            <a:lvl1pPr marL="228594" marR="0" indent="-228594" algn="l" defTabSz="1219170" rtl="0" eaLnBrk="1" fontAlgn="auto" latinLnBrk="0" hangingPunct="1">
              <a:lnSpc>
                <a:spcPts val="2133"/>
              </a:lnSpc>
              <a:spcBef>
                <a:spcPts val="352"/>
              </a:spcBef>
              <a:spcAft>
                <a:spcPts val="400"/>
              </a:spcAft>
              <a:buClrTx/>
              <a:buSzTx/>
              <a:buFont typeface="Arial" panose="020B0604020202020204" pitchFamily="34" charset="0"/>
              <a:buChar char="•"/>
              <a:tabLst/>
              <a:defRPr>
                <a:solidFill>
                  <a:schemeClr val="bg1"/>
                </a:solidFill>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marL="228594" marR="0" lvl="0" indent="-228594" algn="l" defTabSz="1219170" rtl="0" eaLnBrk="1" fontAlgn="auto" latinLnBrk="0" hangingPunct="1">
              <a:lnSpc>
                <a:spcPts val="2133"/>
              </a:lnSpc>
              <a:spcBef>
                <a:spcPts val="352"/>
              </a:spcBef>
              <a:spcAft>
                <a:spcPts val="400"/>
              </a:spcAft>
              <a:buClrTx/>
              <a:buSzTx/>
              <a:tabLst/>
              <a:defRPr/>
            </a:pPr>
            <a:r>
              <a:rPr lang="en-US" sz="1467" dirty="0">
                <a:latin typeface="+mj-lt"/>
              </a:rPr>
              <a:t>In </a:t>
            </a:r>
            <a:r>
              <a:rPr lang="en-US" sz="1467" dirty="0" err="1">
                <a:latin typeface="+mj-lt"/>
              </a:rPr>
              <a:t>egestas</a:t>
            </a:r>
            <a:r>
              <a:rPr lang="en-US" sz="1467" dirty="0">
                <a:latin typeface="+mj-lt"/>
              </a:rPr>
              <a:t> </a:t>
            </a:r>
            <a:r>
              <a:rPr lang="en-US" sz="1467" dirty="0" err="1">
                <a:latin typeface="+mj-lt"/>
              </a:rPr>
              <a:t>orci</a:t>
            </a:r>
            <a:r>
              <a:rPr lang="en-US" sz="1467" dirty="0">
                <a:latin typeface="+mj-lt"/>
              </a:rPr>
              <a:t> </a:t>
            </a:r>
            <a:r>
              <a:rPr lang="en-US" sz="1467" dirty="0" err="1">
                <a:latin typeface="+mj-lt"/>
              </a:rPr>
              <a:t>eu</a:t>
            </a:r>
            <a:r>
              <a:rPr lang="en-US" sz="1467" dirty="0">
                <a:latin typeface="+mj-lt"/>
              </a:rPr>
              <a:t> </a:t>
            </a:r>
            <a:r>
              <a:rPr lang="en-US" sz="1467" dirty="0" err="1">
                <a:latin typeface="+mj-lt"/>
              </a:rPr>
              <a:t>lacinia</a:t>
            </a:r>
            <a:r>
              <a:rPr lang="en-US" sz="1467" dirty="0">
                <a:latin typeface="+mj-lt"/>
              </a:rPr>
              <a:t> </a:t>
            </a:r>
            <a:r>
              <a:rPr lang="en-US" sz="1467" dirty="0" err="1">
                <a:latin typeface="+mj-lt"/>
              </a:rPr>
              <a:t>consectetur</a:t>
            </a:r>
            <a:r>
              <a:rPr lang="en-US" sz="1467" dirty="0">
                <a:latin typeface="+mj-lt"/>
              </a:rPr>
              <a:t>. In dolor ipsum, gravida et </a:t>
            </a:r>
            <a:r>
              <a:rPr lang="en-US" sz="1467" dirty="0" err="1">
                <a:latin typeface="+mj-lt"/>
              </a:rPr>
              <a:t>sagittis</a:t>
            </a:r>
            <a:r>
              <a:rPr lang="en-US" sz="1467" dirty="0">
                <a:latin typeface="+mj-lt"/>
              </a:rPr>
              <a:t> id, </a:t>
            </a:r>
            <a:r>
              <a:rPr lang="en-US" sz="1467" dirty="0" err="1">
                <a:latin typeface="+mj-lt"/>
              </a:rPr>
              <a:t>sollicitudin</a:t>
            </a:r>
            <a:r>
              <a:rPr lang="en-US" sz="1467" dirty="0">
                <a:latin typeface="+mj-lt"/>
              </a:rPr>
              <a:t> </a:t>
            </a:r>
            <a:r>
              <a:rPr lang="en-US" sz="1467" dirty="0" err="1">
                <a:latin typeface="+mj-lt"/>
              </a:rPr>
              <a:t>ut</a:t>
            </a:r>
            <a:r>
              <a:rPr lang="en-US" sz="1467" dirty="0">
                <a:latin typeface="+mj-lt"/>
              </a:rPr>
              <a:t> </a:t>
            </a:r>
            <a:r>
              <a:rPr lang="en-US" sz="1467" dirty="0" err="1">
                <a:latin typeface="+mj-lt"/>
              </a:rPr>
              <a:t>nisl</a:t>
            </a:r>
            <a:r>
              <a:rPr lang="en-US" sz="1467" dirty="0">
                <a:latin typeface="+mj-lt"/>
              </a:rPr>
              <a:t>. </a:t>
            </a:r>
            <a:r>
              <a:rPr lang="en-US" sz="1467" dirty="0" err="1">
                <a:latin typeface="+mj-lt"/>
              </a:rPr>
              <a:t>Praesent</a:t>
            </a:r>
            <a:r>
              <a:rPr lang="en-US" sz="1467" dirty="0">
                <a:latin typeface="+mj-lt"/>
              </a:rPr>
              <a:t> </a:t>
            </a:r>
            <a:r>
              <a:rPr lang="en-US" sz="1467" dirty="0" err="1">
                <a:latin typeface="+mj-lt"/>
              </a:rPr>
              <a:t>bibendum</a:t>
            </a:r>
            <a:r>
              <a:rPr lang="en-US" sz="1467" dirty="0">
                <a:latin typeface="+mj-lt"/>
              </a:rPr>
              <a:t> tempus </a:t>
            </a:r>
            <a:r>
              <a:rPr lang="en-US" sz="1467" dirty="0" err="1">
                <a:latin typeface="+mj-lt"/>
              </a:rPr>
              <a:t>tellus</a:t>
            </a:r>
            <a:r>
              <a:rPr lang="en-US" sz="1467" dirty="0">
                <a:latin typeface="+mj-lt"/>
              </a:rPr>
              <a:t> </a:t>
            </a:r>
            <a:r>
              <a:rPr lang="en-US" sz="1467" dirty="0" err="1">
                <a:latin typeface="+mj-lt"/>
              </a:rPr>
              <a:t>nec</a:t>
            </a:r>
            <a:r>
              <a:rPr lang="en-US" sz="1467" dirty="0">
                <a:latin typeface="+mj-lt"/>
              </a:rPr>
              <a:t> </a:t>
            </a:r>
            <a:r>
              <a:rPr lang="en-US" sz="1467" dirty="0" err="1">
                <a:latin typeface="+mj-lt"/>
              </a:rPr>
              <a:t>hendrerit</a:t>
            </a:r>
            <a:r>
              <a:rPr lang="en-US" sz="1467" dirty="0">
                <a:latin typeface="+mj-lt"/>
              </a:rPr>
              <a:t>. Nam in </a:t>
            </a:r>
            <a:r>
              <a:rPr lang="en-US" sz="1467" dirty="0" err="1">
                <a:latin typeface="+mj-lt"/>
              </a:rPr>
              <a:t>tempor</a:t>
            </a:r>
            <a:r>
              <a:rPr lang="en-US" sz="1467" dirty="0">
                <a:latin typeface="+mj-lt"/>
              </a:rPr>
              <a:t> </a:t>
            </a:r>
            <a:r>
              <a:rPr lang="en-US" sz="1467" dirty="0" err="1">
                <a:latin typeface="+mj-lt"/>
              </a:rPr>
              <a:t>metus</a:t>
            </a:r>
            <a:r>
              <a:rPr lang="en-US" sz="1467" dirty="0">
                <a:latin typeface="+mj-lt"/>
              </a:rPr>
              <a:t>, ac </a:t>
            </a:r>
            <a:r>
              <a:rPr lang="en-US" sz="1467" dirty="0" err="1">
                <a:latin typeface="+mj-lt"/>
              </a:rPr>
              <a:t>finibus</a:t>
            </a:r>
            <a:r>
              <a:rPr lang="en-US" sz="1467" dirty="0">
                <a:latin typeface="+mj-lt"/>
              </a:rPr>
              <a:t> </a:t>
            </a:r>
            <a:r>
              <a:rPr lang="en-US" sz="1467" dirty="0" err="1">
                <a:latin typeface="+mj-lt"/>
              </a:rPr>
              <a:t>purus</a:t>
            </a:r>
            <a:r>
              <a:rPr lang="en-US" sz="1467" dirty="0">
                <a:latin typeface="+mj-lt"/>
              </a:rPr>
              <a:t>. </a:t>
            </a:r>
            <a:r>
              <a:rPr lang="en-US" sz="1467" dirty="0" err="1">
                <a:latin typeface="+mj-lt"/>
              </a:rPr>
              <a:t>Praesent</a:t>
            </a:r>
            <a:r>
              <a:rPr lang="en-US" sz="1467" dirty="0">
                <a:latin typeface="+mj-lt"/>
              </a:rPr>
              <a:t> </a:t>
            </a:r>
            <a:r>
              <a:rPr lang="en-US" sz="1467" dirty="0" err="1">
                <a:latin typeface="+mj-lt"/>
              </a:rPr>
              <a:t>consequat</a:t>
            </a:r>
            <a:r>
              <a:rPr lang="en-US" sz="1467" dirty="0">
                <a:latin typeface="+mj-lt"/>
              </a:rPr>
              <a:t> </a:t>
            </a:r>
            <a:r>
              <a:rPr lang="en-US" sz="1467" dirty="0" err="1">
                <a:latin typeface="+mj-lt"/>
              </a:rPr>
              <a:t>lectus</a:t>
            </a:r>
            <a:r>
              <a:rPr lang="en-US" sz="1467" dirty="0">
                <a:latin typeface="+mj-lt"/>
              </a:rPr>
              <a:t> sit </a:t>
            </a:r>
            <a:r>
              <a:rPr lang="en-US" sz="1467" dirty="0" err="1">
                <a:latin typeface="+mj-lt"/>
              </a:rPr>
              <a:t>amet</a:t>
            </a:r>
            <a:r>
              <a:rPr lang="en-US" sz="1467" dirty="0">
                <a:latin typeface="+mj-lt"/>
              </a:rPr>
              <a:t> </a:t>
            </a:r>
            <a:r>
              <a:rPr lang="en-US" sz="1467" dirty="0" err="1">
                <a:latin typeface="+mj-lt"/>
              </a:rPr>
              <a:t>tortor</a:t>
            </a:r>
            <a:r>
              <a:rPr lang="en-US" sz="1467" dirty="0">
                <a:latin typeface="+mj-lt"/>
              </a:rPr>
              <a:t> pharetra, </a:t>
            </a:r>
            <a:r>
              <a:rPr lang="en-US" sz="1467" dirty="0" err="1">
                <a:latin typeface="+mj-lt"/>
              </a:rPr>
              <a:t>sed</a:t>
            </a:r>
            <a:r>
              <a:rPr lang="en-US" sz="1467" dirty="0">
                <a:latin typeface="+mj-lt"/>
              </a:rPr>
              <a:t> </a:t>
            </a:r>
            <a:r>
              <a:rPr lang="en-US" sz="1467" dirty="0" err="1">
                <a:latin typeface="+mj-lt"/>
              </a:rPr>
              <a:t>venenatis</a:t>
            </a:r>
            <a:r>
              <a:rPr lang="en-US" sz="1467" dirty="0">
                <a:latin typeface="+mj-lt"/>
              </a:rPr>
              <a:t> </a:t>
            </a:r>
            <a:r>
              <a:rPr lang="en-US" sz="1467" dirty="0" err="1">
                <a:latin typeface="+mj-lt"/>
              </a:rPr>
              <a:t>eros</a:t>
            </a:r>
            <a:r>
              <a:rPr lang="en-US" sz="1467" dirty="0">
                <a:latin typeface="+mj-lt"/>
              </a:rPr>
              <a:t> </a:t>
            </a:r>
            <a:r>
              <a:rPr lang="en-US" sz="1467" dirty="0" err="1">
                <a:latin typeface="+mj-lt"/>
              </a:rPr>
              <a:t>lacinia</a:t>
            </a:r>
            <a:r>
              <a:rPr lang="en-US" sz="1467" dirty="0">
                <a:latin typeface="+mj-lt"/>
              </a:rPr>
              <a:t>. In </a:t>
            </a:r>
            <a:r>
              <a:rPr lang="en-US" sz="1467" dirty="0" err="1">
                <a:latin typeface="+mj-lt"/>
              </a:rPr>
              <a:t>sed</a:t>
            </a:r>
            <a:r>
              <a:rPr lang="en-US" sz="1467" dirty="0">
                <a:latin typeface="+mj-lt"/>
              </a:rPr>
              <a:t> </a:t>
            </a:r>
            <a:r>
              <a:rPr lang="en-US" sz="1467" dirty="0" err="1">
                <a:latin typeface="+mj-lt"/>
              </a:rPr>
              <a:t>erat</a:t>
            </a:r>
            <a:r>
              <a:rPr lang="en-US" sz="1467" dirty="0">
                <a:latin typeface="+mj-lt"/>
              </a:rPr>
              <a:t> libero. </a:t>
            </a:r>
            <a:r>
              <a:rPr lang="en-US" sz="1467" dirty="0" err="1">
                <a:latin typeface="+mj-lt"/>
              </a:rPr>
              <a:t>Sed</a:t>
            </a:r>
            <a:r>
              <a:rPr lang="en-US" sz="1467" dirty="0">
                <a:latin typeface="+mj-lt"/>
              </a:rPr>
              <a:t> lorem </a:t>
            </a:r>
            <a:r>
              <a:rPr lang="en-US" sz="1467" dirty="0" err="1">
                <a:latin typeface="+mj-lt"/>
              </a:rPr>
              <a:t>neque</a:t>
            </a:r>
            <a:r>
              <a:rPr lang="en-US" sz="1467" dirty="0">
                <a:latin typeface="+mj-lt"/>
              </a:rPr>
              <a:t>, </a:t>
            </a:r>
            <a:r>
              <a:rPr lang="en-US" sz="1467" dirty="0" err="1">
                <a:latin typeface="+mj-lt"/>
              </a:rPr>
              <a:t>commodo</a:t>
            </a:r>
            <a:r>
              <a:rPr lang="en-US" sz="1467" dirty="0">
                <a:latin typeface="+mj-lt"/>
              </a:rPr>
              <a:t> vitae ex at, pharetra convallis </a:t>
            </a:r>
            <a:r>
              <a:rPr lang="en-US" sz="1467" dirty="0" err="1">
                <a:latin typeface="+mj-lt"/>
              </a:rPr>
              <a:t>nunc</a:t>
            </a:r>
            <a:r>
              <a:rPr lang="en-US" sz="1467" dirty="0">
                <a:latin typeface="+mj-lt"/>
              </a:rPr>
              <a:t>. In </a:t>
            </a:r>
            <a:r>
              <a:rPr lang="en-US" sz="1467" dirty="0" err="1">
                <a:latin typeface="+mj-lt"/>
              </a:rPr>
              <a:t>vehicula</a:t>
            </a:r>
            <a:r>
              <a:rPr lang="en-US" sz="1467" dirty="0">
                <a:latin typeface="+mj-lt"/>
              </a:rPr>
              <a:t> </a:t>
            </a:r>
            <a:r>
              <a:rPr lang="en-US" sz="1467" dirty="0" err="1">
                <a:latin typeface="+mj-lt"/>
              </a:rPr>
              <a:t>mauris</a:t>
            </a:r>
            <a:r>
              <a:rPr lang="en-US" sz="1467" dirty="0">
                <a:latin typeface="+mj-lt"/>
              </a:rPr>
              <a:t> ligula. </a:t>
            </a:r>
            <a:r>
              <a:rPr lang="en-US" sz="1467" dirty="0" err="1">
                <a:latin typeface="+mj-lt"/>
              </a:rPr>
              <a:t>Suspendisse</a:t>
            </a:r>
            <a:r>
              <a:rPr lang="en-US" sz="1467" dirty="0">
                <a:latin typeface="+mj-lt"/>
              </a:rPr>
              <a:t> in </a:t>
            </a:r>
            <a:r>
              <a:rPr lang="en-US" sz="1467" dirty="0" err="1">
                <a:latin typeface="+mj-lt"/>
              </a:rPr>
              <a:t>tellus</a:t>
            </a:r>
            <a:r>
              <a:rPr lang="en-US" sz="1467" dirty="0">
                <a:latin typeface="+mj-lt"/>
              </a:rPr>
              <a:t> </a:t>
            </a:r>
            <a:r>
              <a:rPr lang="en-US" sz="1467" dirty="0" err="1">
                <a:latin typeface="+mj-lt"/>
              </a:rPr>
              <a:t>congue</a:t>
            </a:r>
            <a:r>
              <a:rPr lang="en-US" sz="1467" dirty="0">
                <a:latin typeface="+mj-lt"/>
              </a:rPr>
              <a:t> </a:t>
            </a:r>
            <a:r>
              <a:rPr lang="en-US" sz="1467" dirty="0" err="1">
                <a:latin typeface="+mj-lt"/>
              </a:rPr>
              <a:t>odio</a:t>
            </a:r>
            <a:r>
              <a:rPr lang="en-US" sz="1467" dirty="0">
                <a:latin typeface="+mj-lt"/>
              </a:rPr>
              <a:t> pharetra </a:t>
            </a:r>
            <a:r>
              <a:rPr lang="en-US" sz="1467" dirty="0" err="1">
                <a:latin typeface="+mj-lt"/>
              </a:rPr>
              <a:t>finibus</a:t>
            </a:r>
            <a:r>
              <a:rPr lang="en-US" sz="1467" dirty="0">
                <a:latin typeface="+mj-lt"/>
              </a:rPr>
              <a:t>. Nam </a:t>
            </a:r>
            <a:r>
              <a:rPr lang="en-US" sz="1467" dirty="0" err="1">
                <a:latin typeface="+mj-lt"/>
              </a:rPr>
              <a:t>vel</a:t>
            </a:r>
            <a:r>
              <a:rPr lang="en-US" sz="1467" dirty="0">
                <a:latin typeface="+mj-lt"/>
              </a:rPr>
              <a:t> </a:t>
            </a:r>
            <a:r>
              <a:rPr lang="en-US" sz="1467" dirty="0" err="1">
                <a:latin typeface="+mj-lt"/>
              </a:rPr>
              <a:t>auctor</a:t>
            </a:r>
            <a:r>
              <a:rPr lang="en-US" sz="1467" dirty="0">
                <a:latin typeface="+mj-lt"/>
              </a:rPr>
              <a:t> </a:t>
            </a:r>
            <a:r>
              <a:rPr lang="en-US" sz="1467" dirty="0" err="1">
                <a:latin typeface="+mj-lt"/>
              </a:rPr>
              <a:t>justo</a:t>
            </a:r>
            <a:r>
              <a:rPr lang="en-US" sz="1467" dirty="0">
                <a:latin typeface="+mj-lt"/>
              </a:rPr>
              <a:t>, vitae </a:t>
            </a:r>
            <a:r>
              <a:rPr lang="en-US" sz="1467" dirty="0" err="1">
                <a:latin typeface="+mj-lt"/>
              </a:rPr>
              <a:t>hendrerit</a:t>
            </a:r>
            <a:r>
              <a:rPr lang="en-US" sz="1467" dirty="0">
                <a:latin typeface="+mj-lt"/>
              </a:rPr>
              <a:t> </a:t>
            </a:r>
            <a:r>
              <a:rPr lang="en-US" sz="1467" dirty="0" err="1">
                <a:latin typeface="+mj-lt"/>
              </a:rPr>
              <a:t>orci</a:t>
            </a:r>
            <a:r>
              <a:rPr lang="en-US" sz="1467" dirty="0">
                <a:latin typeface="+mj-lt"/>
              </a:rPr>
              <a:t>. </a:t>
            </a:r>
            <a:r>
              <a:rPr lang="en-US" sz="1467" dirty="0" err="1">
                <a:latin typeface="+mj-lt"/>
              </a:rPr>
              <a:t>Duis</a:t>
            </a:r>
            <a:r>
              <a:rPr lang="en-US" sz="1467" dirty="0">
                <a:latin typeface="+mj-lt"/>
              </a:rPr>
              <a:t> </a:t>
            </a:r>
            <a:r>
              <a:rPr lang="en-US" sz="1467" dirty="0" err="1">
                <a:latin typeface="+mj-lt"/>
              </a:rPr>
              <a:t>nec</a:t>
            </a:r>
            <a:r>
              <a:rPr lang="en-US" sz="1467" dirty="0">
                <a:latin typeface="+mj-lt"/>
              </a:rPr>
              <a:t> </a:t>
            </a:r>
            <a:r>
              <a:rPr lang="en-US" sz="1467" dirty="0" err="1">
                <a:latin typeface="+mj-lt"/>
              </a:rPr>
              <a:t>sapien</a:t>
            </a:r>
            <a:r>
              <a:rPr lang="en-US" sz="1467" dirty="0">
                <a:latin typeface="+mj-lt"/>
              </a:rPr>
              <a:t> </a:t>
            </a:r>
            <a:r>
              <a:rPr lang="en-US" sz="1467" dirty="0" err="1">
                <a:latin typeface="+mj-lt"/>
              </a:rPr>
              <a:t>viverra</a:t>
            </a:r>
            <a:r>
              <a:rPr lang="en-US" sz="1467" dirty="0">
                <a:latin typeface="+mj-lt"/>
              </a:rPr>
              <a:t>, </a:t>
            </a:r>
            <a:r>
              <a:rPr lang="en-US" sz="1467" dirty="0" err="1">
                <a:latin typeface="+mj-lt"/>
              </a:rPr>
              <a:t>bibendum</a:t>
            </a:r>
            <a:r>
              <a:rPr lang="en-US" sz="1467" dirty="0">
                <a:latin typeface="+mj-lt"/>
              </a:rPr>
              <a:t> </a:t>
            </a:r>
            <a:r>
              <a:rPr lang="en-US" sz="1467" dirty="0" err="1">
                <a:latin typeface="+mj-lt"/>
              </a:rPr>
              <a:t>tellus</a:t>
            </a:r>
            <a:r>
              <a:rPr lang="en-US" sz="1467" dirty="0">
                <a:latin typeface="+mj-lt"/>
              </a:rPr>
              <a:t> </a:t>
            </a:r>
            <a:r>
              <a:rPr lang="en-US" sz="1467" dirty="0" err="1">
                <a:latin typeface="+mj-lt"/>
              </a:rPr>
              <a:t>eget</a:t>
            </a:r>
            <a:r>
              <a:rPr lang="en-US" sz="1467" dirty="0">
                <a:latin typeface="+mj-lt"/>
              </a:rPr>
              <a:t>, </a:t>
            </a:r>
            <a:r>
              <a:rPr lang="en-US" sz="1467" dirty="0" err="1">
                <a:latin typeface="+mj-lt"/>
              </a:rPr>
              <a:t>pellentesque</a:t>
            </a:r>
            <a:r>
              <a:rPr lang="en-US" sz="1467" dirty="0">
                <a:latin typeface="+mj-lt"/>
              </a:rPr>
              <a:t> </a:t>
            </a:r>
            <a:r>
              <a:rPr lang="en-US" sz="1467" dirty="0" err="1">
                <a:latin typeface="+mj-lt"/>
              </a:rPr>
              <a:t>massa</a:t>
            </a:r>
            <a:r>
              <a:rPr lang="en-US" sz="1467" dirty="0">
                <a:latin typeface="+mj-lt"/>
              </a:rPr>
              <a:t>. </a:t>
            </a:r>
            <a:r>
              <a:rPr lang="en-US" sz="1467" dirty="0" err="1">
                <a:latin typeface="+mj-lt"/>
              </a:rPr>
              <a:t>Nulla</a:t>
            </a:r>
            <a:r>
              <a:rPr lang="en-US" sz="1467" dirty="0">
                <a:latin typeface="+mj-lt"/>
              </a:rPr>
              <a:t> </a:t>
            </a:r>
            <a:r>
              <a:rPr lang="en-US" sz="1467" dirty="0" err="1">
                <a:latin typeface="+mj-lt"/>
              </a:rPr>
              <a:t>feugiat</a:t>
            </a:r>
            <a:r>
              <a:rPr lang="en-US" sz="1467" dirty="0">
                <a:latin typeface="+mj-lt"/>
              </a:rPr>
              <a:t>, </a:t>
            </a:r>
            <a:r>
              <a:rPr lang="en-US" sz="1467" dirty="0" err="1">
                <a:latin typeface="+mj-lt"/>
              </a:rPr>
              <a:t>turpis</a:t>
            </a:r>
            <a:r>
              <a:rPr lang="en-US" sz="1467" dirty="0">
                <a:latin typeface="+mj-lt"/>
              </a:rPr>
              <a:t> et </a:t>
            </a:r>
            <a:r>
              <a:rPr lang="en-US" sz="1467" dirty="0" err="1">
                <a:latin typeface="+mj-lt"/>
              </a:rPr>
              <a:t>posuere</a:t>
            </a:r>
            <a:r>
              <a:rPr lang="en-US" sz="1467" dirty="0">
                <a:latin typeface="+mj-lt"/>
              </a:rPr>
              <a:t> </a:t>
            </a:r>
            <a:r>
              <a:rPr lang="en-US" sz="1467" dirty="0" err="1">
                <a:latin typeface="+mj-lt"/>
              </a:rPr>
              <a:t>viverra</a:t>
            </a:r>
            <a:r>
              <a:rPr lang="en-US" sz="1467" dirty="0">
                <a:latin typeface="+mj-lt"/>
              </a:rPr>
              <a:t>, ipsum </a:t>
            </a:r>
            <a:r>
              <a:rPr lang="en-US" sz="1467" dirty="0" err="1">
                <a:latin typeface="+mj-lt"/>
              </a:rPr>
              <a:t>sem</a:t>
            </a:r>
            <a:r>
              <a:rPr lang="en-US" sz="1467" dirty="0">
                <a:latin typeface="+mj-lt"/>
              </a:rPr>
              <a:t> </a:t>
            </a:r>
            <a:r>
              <a:rPr lang="en-US" sz="1467" dirty="0" err="1">
                <a:latin typeface="+mj-lt"/>
              </a:rPr>
              <a:t>tincidunt</a:t>
            </a:r>
            <a:r>
              <a:rPr lang="en-US" sz="1467" dirty="0">
                <a:latin typeface="+mj-lt"/>
              </a:rPr>
              <a:t> </a:t>
            </a:r>
            <a:r>
              <a:rPr lang="en-US" sz="1467" dirty="0" err="1">
                <a:latin typeface="+mj-lt"/>
              </a:rPr>
              <a:t>est</a:t>
            </a:r>
            <a:r>
              <a:rPr lang="en-US" sz="1467" dirty="0">
                <a:latin typeface="+mj-lt"/>
              </a:rPr>
              <a:t>, </a:t>
            </a:r>
            <a:r>
              <a:rPr lang="en-US" sz="1467" dirty="0" err="1">
                <a:latin typeface="+mj-lt"/>
              </a:rPr>
              <a:t>finibus</a:t>
            </a:r>
            <a:r>
              <a:rPr lang="en-US" sz="1467" dirty="0">
                <a:latin typeface="+mj-lt"/>
              </a:rPr>
              <a:t> </a:t>
            </a:r>
            <a:r>
              <a:rPr lang="en-US" sz="1467" dirty="0" err="1">
                <a:latin typeface="+mj-lt"/>
              </a:rPr>
              <a:t>tempor</a:t>
            </a:r>
            <a:r>
              <a:rPr lang="en-US" sz="1467" dirty="0">
                <a:latin typeface="+mj-lt"/>
              </a:rPr>
              <a:t> </a:t>
            </a:r>
            <a:r>
              <a:rPr lang="en-US" sz="1467" dirty="0" err="1">
                <a:latin typeface="+mj-lt"/>
              </a:rPr>
              <a:t>nibh</a:t>
            </a:r>
            <a:r>
              <a:rPr lang="en-US" sz="1467" dirty="0">
                <a:latin typeface="+mj-lt"/>
              </a:rPr>
              <a:t> ante semper diam. </a:t>
            </a:r>
            <a:r>
              <a:rPr lang="en-US" sz="1467" dirty="0" err="1">
                <a:latin typeface="+mj-lt"/>
              </a:rPr>
              <a:t>Nullam</a:t>
            </a:r>
            <a:r>
              <a:rPr lang="en-US" sz="1467" dirty="0">
                <a:latin typeface="+mj-lt"/>
              </a:rPr>
              <a:t> </a:t>
            </a:r>
            <a:r>
              <a:rPr lang="en-US" sz="1467" dirty="0" err="1">
                <a:latin typeface="+mj-lt"/>
              </a:rPr>
              <a:t>quis</a:t>
            </a:r>
            <a:r>
              <a:rPr lang="en-US" sz="1467" dirty="0">
                <a:latin typeface="+mj-lt"/>
              </a:rPr>
              <a:t> </a:t>
            </a:r>
            <a:r>
              <a:rPr lang="en-US" sz="1467" dirty="0" err="1">
                <a:latin typeface="+mj-lt"/>
              </a:rPr>
              <a:t>euismod</a:t>
            </a:r>
            <a:r>
              <a:rPr lang="en-US" sz="1467" dirty="0">
                <a:latin typeface="+mj-lt"/>
              </a:rPr>
              <a:t> </a:t>
            </a:r>
            <a:r>
              <a:rPr lang="en-US" sz="1467" dirty="0" err="1">
                <a:latin typeface="+mj-lt"/>
              </a:rPr>
              <a:t>neque</a:t>
            </a:r>
            <a:r>
              <a:rPr lang="en-US" sz="1467" dirty="0">
                <a:latin typeface="+mj-lt"/>
              </a:rPr>
              <a:t>, </a:t>
            </a:r>
            <a:r>
              <a:rPr lang="en-US" sz="1467" dirty="0" err="1">
                <a:latin typeface="+mj-lt"/>
              </a:rPr>
              <a:t>nec</a:t>
            </a:r>
            <a:r>
              <a:rPr lang="en-US" sz="1467" dirty="0">
                <a:latin typeface="+mj-lt"/>
              </a:rPr>
              <a:t> </a:t>
            </a:r>
            <a:r>
              <a:rPr lang="en-US" sz="1467" dirty="0" err="1">
                <a:latin typeface="+mj-lt"/>
              </a:rPr>
              <a:t>facilisis</a:t>
            </a:r>
            <a:r>
              <a:rPr lang="en-US" sz="1467" dirty="0">
                <a:latin typeface="+mj-lt"/>
              </a:rPr>
              <a:t> sem. </a:t>
            </a:r>
            <a:r>
              <a:rPr lang="en-US" sz="1467" dirty="0" err="1">
                <a:latin typeface="+mj-lt"/>
              </a:rPr>
              <a:t>Morbi</a:t>
            </a:r>
            <a:r>
              <a:rPr lang="en-US" sz="1467" dirty="0">
                <a:latin typeface="+mj-lt"/>
              </a:rPr>
              <a:t> </a:t>
            </a:r>
            <a:r>
              <a:rPr lang="en-US" sz="1467" dirty="0" err="1">
                <a:latin typeface="+mj-lt"/>
              </a:rPr>
              <a:t>egestas</a:t>
            </a:r>
            <a:r>
              <a:rPr lang="en-US" sz="1467" dirty="0">
                <a:latin typeface="+mj-lt"/>
              </a:rPr>
              <a:t> </a:t>
            </a:r>
            <a:r>
              <a:rPr lang="en-US" sz="1467" dirty="0" err="1">
                <a:latin typeface="+mj-lt"/>
              </a:rPr>
              <a:t>iaculis</a:t>
            </a:r>
            <a:r>
              <a:rPr lang="en-US" sz="1467" dirty="0">
                <a:latin typeface="+mj-lt"/>
              </a:rPr>
              <a:t> </a:t>
            </a:r>
            <a:r>
              <a:rPr lang="en-US" sz="1467" dirty="0" err="1">
                <a:latin typeface="+mj-lt"/>
              </a:rPr>
              <a:t>dignissim</a:t>
            </a:r>
            <a:r>
              <a:rPr lang="en-US" sz="1467" dirty="0">
                <a:latin typeface="+mj-lt"/>
              </a:rPr>
              <a:t>. In </a:t>
            </a:r>
            <a:r>
              <a:rPr lang="en-US" sz="1467" dirty="0" err="1">
                <a:latin typeface="+mj-lt"/>
              </a:rPr>
              <a:t>accumsan</a:t>
            </a:r>
            <a:r>
              <a:rPr lang="en-US" sz="1467" dirty="0">
                <a:latin typeface="+mj-lt"/>
              </a:rPr>
              <a:t> </a:t>
            </a:r>
            <a:r>
              <a:rPr lang="en-US" sz="1467" dirty="0" err="1">
                <a:latin typeface="+mj-lt"/>
              </a:rPr>
              <a:t>tortor</a:t>
            </a:r>
            <a:r>
              <a:rPr lang="en-US" sz="1467" dirty="0">
                <a:latin typeface="+mj-lt"/>
              </a:rPr>
              <a:t> </a:t>
            </a:r>
            <a:r>
              <a:rPr lang="en-US" sz="1467" dirty="0" err="1">
                <a:latin typeface="+mj-lt"/>
              </a:rPr>
              <a:t>elit</a:t>
            </a:r>
            <a:r>
              <a:rPr lang="en-US" sz="1467" dirty="0">
                <a:latin typeface="+mj-lt"/>
              </a:rPr>
              <a:t>, non </a:t>
            </a:r>
            <a:r>
              <a:rPr lang="en-US" sz="1467" dirty="0" err="1">
                <a:latin typeface="+mj-lt"/>
              </a:rPr>
              <a:t>euismod</a:t>
            </a:r>
            <a:r>
              <a:rPr lang="en-US" sz="1467" dirty="0">
                <a:latin typeface="+mj-lt"/>
              </a:rPr>
              <a:t> </a:t>
            </a:r>
            <a:r>
              <a:rPr lang="en-US" sz="1467" dirty="0" err="1">
                <a:latin typeface="+mj-lt"/>
              </a:rPr>
              <a:t>eros</a:t>
            </a:r>
            <a:r>
              <a:rPr lang="en-US" sz="1467" dirty="0">
                <a:latin typeface="+mj-lt"/>
              </a:rPr>
              <a:t> </a:t>
            </a:r>
            <a:r>
              <a:rPr lang="en-US" sz="1467" dirty="0" err="1">
                <a:latin typeface="+mj-lt"/>
              </a:rPr>
              <a:t>accumsan</a:t>
            </a:r>
            <a:r>
              <a:rPr lang="en-US" sz="1467" dirty="0">
                <a:latin typeface="+mj-lt"/>
              </a:rPr>
              <a:t> ac. </a:t>
            </a:r>
            <a:r>
              <a:rPr lang="en-US" sz="1467" dirty="0" err="1">
                <a:latin typeface="+mj-lt"/>
              </a:rPr>
              <a:t>Sed</a:t>
            </a:r>
            <a:r>
              <a:rPr lang="en-US" sz="1467" dirty="0">
                <a:latin typeface="+mj-lt"/>
              </a:rPr>
              <a:t> </a:t>
            </a:r>
            <a:r>
              <a:rPr lang="en-US" sz="1467" dirty="0" err="1">
                <a:latin typeface="+mj-lt"/>
              </a:rPr>
              <a:t>ultrices</a:t>
            </a:r>
            <a:r>
              <a:rPr lang="en-US" sz="1467" dirty="0">
                <a:latin typeface="+mj-lt"/>
              </a:rPr>
              <a:t> mi lorem, </a:t>
            </a:r>
            <a:r>
              <a:rPr lang="en-US" sz="1467" dirty="0" err="1">
                <a:latin typeface="+mj-lt"/>
              </a:rPr>
              <a:t>ut</a:t>
            </a:r>
            <a:r>
              <a:rPr lang="en-US" sz="1467" dirty="0">
                <a:latin typeface="+mj-lt"/>
              </a:rPr>
              <a:t> </a:t>
            </a:r>
            <a:r>
              <a:rPr lang="en-US" sz="1467" dirty="0" err="1">
                <a:latin typeface="+mj-lt"/>
              </a:rPr>
              <a:t>dignissim</a:t>
            </a:r>
            <a:r>
              <a:rPr lang="en-US" sz="1467" dirty="0">
                <a:latin typeface="+mj-lt"/>
              </a:rPr>
              <a:t> </a:t>
            </a:r>
            <a:r>
              <a:rPr lang="en-US" sz="1467" dirty="0" err="1">
                <a:latin typeface="+mj-lt"/>
              </a:rPr>
              <a:t>nibh</a:t>
            </a:r>
            <a:r>
              <a:rPr lang="en-US" sz="1467" dirty="0">
                <a:latin typeface="+mj-lt"/>
              </a:rPr>
              <a:t> </a:t>
            </a:r>
            <a:r>
              <a:rPr lang="en-US" sz="1467" dirty="0" err="1">
                <a:latin typeface="+mj-lt"/>
              </a:rPr>
              <a:t>facilisis</a:t>
            </a:r>
            <a:r>
              <a:rPr lang="en-US" sz="1467" dirty="0">
                <a:latin typeface="+mj-lt"/>
              </a:rPr>
              <a:t> vel.</a:t>
            </a:r>
          </a:p>
        </p:txBody>
      </p:sp>
      <p:cxnSp>
        <p:nvCxnSpPr>
          <p:cNvPr id="4" name="Straight Connector 3"/>
          <p:cNvCxnSpPr/>
          <p:nvPr/>
        </p:nvCxnSpPr>
        <p:spPr>
          <a:xfrm>
            <a:off x="392546" y="955249"/>
            <a:ext cx="1140690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7" name="Slide Number Placeholder 1"/>
          <p:cNvSpPr>
            <a:spLocks noGrp="1"/>
          </p:cNvSpPr>
          <p:nvPr>
            <p:ph type="sldNum" sz="quarter" idx="4"/>
          </p:nvPr>
        </p:nvSpPr>
        <p:spPr>
          <a:xfrm>
            <a:off x="9884588" y="6435519"/>
            <a:ext cx="1831163" cy="422483"/>
          </a:xfrm>
          <a:prstGeom prst="rect">
            <a:avLst/>
          </a:prstGeom>
        </p:spPr>
        <p:txBody>
          <a:bodyPr vert="horz" wrap="none" lIns="91440" tIns="45720" rIns="0" bIns="82296" rtlCol="0" anchor="ctr"/>
          <a:lstStyle>
            <a:lvl1pPr algn="r">
              <a:defRPr sz="1867"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12815338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mparison on Color Canvas">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US" dirty="0"/>
              <a:t>Please Add Slide Headline Here</a:t>
            </a:r>
          </a:p>
        </p:txBody>
      </p:sp>
      <p:sp>
        <p:nvSpPr>
          <p:cNvPr id="3" name="Content Placeholder 5"/>
          <p:cNvSpPr>
            <a:spLocks noGrp="1"/>
          </p:cNvSpPr>
          <p:nvPr>
            <p:ph sz="quarter" idx="10" hasCustomPrompt="1"/>
          </p:nvPr>
        </p:nvSpPr>
        <p:spPr>
          <a:xfrm>
            <a:off x="476253" y="1896533"/>
            <a:ext cx="5314948" cy="4072467"/>
          </a:xfrm>
        </p:spPr>
        <p:txBody>
          <a:bodyPr/>
          <a:lstStyle>
            <a:lvl1pPr>
              <a:defRPr>
                <a:solidFill>
                  <a:schemeClr val="bg1"/>
                </a:solidFill>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5" name="Text Placeholder 4"/>
          <p:cNvSpPr>
            <a:spLocks noGrp="1"/>
          </p:cNvSpPr>
          <p:nvPr>
            <p:ph type="body" sz="quarter" idx="11" hasCustomPrompt="1"/>
          </p:nvPr>
        </p:nvSpPr>
        <p:spPr>
          <a:xfrm>
            <a:off x="476252" y="1439333"/>
            <a:ext cx="5314949" cy="457200"/>
          </a:xfrm>
        </p:spPr>
        <p:txBody>
          <a:bodyPr wrap="none" bIns="0">
            <a:noAutofit/>
          </a:bodyPr>
          <a:lstStyle>
            <a:lvl1pPr marL="0" indent="0">
              <a:spcBef>
                <a:spcPts val="384"/>
              </a:spcBef>
              <a:buNone/>
              <a:defRPr sz="1600" b="1" i="0" cap="all" spc="267" baseline="0">
                <a:solidFill>
                  <a:schemeClr val="bg1"/>
                </a:solidFill>
              </a:defRPr>
            </a:lvl1pPr>
          </a:lstStyle>
          <a:p>
            <a:pPr lvl="0"/>
            <a:r>
              <a:rPr lang="en-US" dirty="0"/>
              <a:t>Highlight goes here</a:t>
            </a:r>
          </a:p>
        </p:txBody>
      </p:sp>
      <p:sp>
        <p:nvSpPr>
          <p:cNvPr id="6" name="Content Placeholder 5"/>
          <p:cNvSpPr>
            <a:spLocks noGrp="1"/>
          </p:cNvSpPr>
          <p:nvPr>
            <p:ph sz="quarter" idx="12" hasCustomPrompt="1"/>
          </p:nvPr>
        </p:nvSpPr>
        <p:spPr>
          <a:xfrm>
            <a:off x="6400799" y="1896533"/>
            <a:ext cx="5324476" cy="4072467"/>
          </a:xfrm>
        </p:spPr>
        <p:txBody>
          <a:bodyPr/>
          <a:lstStyle>
            <a:lvl1pPr>
              <a:defRPr>
                <a:solidFill>
                  <a:schemeClr val="bg1"/>
                </a:solidFill>
                <a:latin typeface="+mj-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a:p>
            <a:pPr lvl="0"/>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p>
          <a:p>
            <a:pPr lvl="0"/>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endParaRPr lang="en-US" dirty="0"/>
          </a:p>
        </p:txBody>
      </p:sp>
      <p:sp>
        <p:nvSpPr>
          <p:cNvPr id="7" name="Text Placeholder 4"/>
          <p:cNvSpPr>
            <a:spLocks noGrp="1"/>
          </p:cNvSpPr>
          <p:nvPr>
            <p:ph type="body" sz="quarter" idx="13" hasCustomPrompt="1"/>
          </p:nvPr>
        </p:nvSpPr>
        <p:spPr>
          <a:xfrm>
            <a:off x="6400799" y="1439333"/>
            <a:ext cx="5314952" cy="457200"/>
          </a:xfrm>
        </p:spPr>
        <p:txBody>
          <a:bodyPr wrap="none" bIns="0">
            <a:noAutofit/>
          </a:bodyPr>
          <a:lstStyle>
            <a:lvl1pPr marL="0" indent="0">
              <a:spcBef>
                <a:spcPts val="384"/>
              </a:spcBef>
              <a:buNone/>
              <a:defRPr sz="1600" b="1" i="0" cap="all" spc="267" baseline="0">
                <a:solidFill>
                  <a:schemeClr val="bg1"/>
                </a:solidFill>
              </a:defRPr>
            </a:lvl1pPr>
          </a:lstStyle>
          <a:p>
            <a:pPr lvl="0"/>
            <a:r>
              <a:rPr lang="en-US" dirty="0"/>
              <a:t>OTHER Highlight goes here</a:t>
            </a:r>
          </a:p>
        </p:txBody>
      </p:sp>
      <p:cxnSp>
        <p:nvCxnSpPr>
          <p:cNvPr id="8" name="Straight Connector 7"/>
          <p:cNvCxnSpPr/>
          <p:nvPr/>
        </p:nvCxnSpPr>
        <p:spPr>
          <a:xfrm>
            <a:off x="392546" y="955249"/>
            <a:ext cx="1140690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1"/>
          <p:cNvSpPr>
            <a:spLocks noGrp="1"/>
          </p:cNvSpPr>
          <p:nvPr>
            <p:ph type="sldNum" sz="quarter" idx="4"/>
          </p:nvPr>
        </p:nvSpPr>
        <p:spPr>
          <a:xfrm>
            <a:off x="9884588" y="6435519"/>
            <a:ext cx="1831163" cy="422483"/>
          </a:xfrm>
          <a:prstGeom prst="rect">
            <a:avLst/>
          </a:prstGeom>
        </p:spPr>
        <p:txBody>
          <a:bodyPr vert="horz" wrap="none" lIns="91440" tIns="45720" rIns="0" bIns="82296" rtlCol="0" anchor="ctr"/>
          <a:lstStyle>
            <a:lvl1pPr algn="r">
              <a:defRPr sz="1867"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59976672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hree Content on Color Canvas">
    <p:bg>
      <p:bgPr>
        <a:solidFill>
          <a:schemeClr val="accent6"/>
        </a:solidFill>
        <a:effectLst/>
      </p:bgPr>
    </p:bg>
    <p:spTree>
      <p:nvGrpSpPr>
        <p:cNvPr id="1" name=""/>
        <p:cNvGrpSpPr/>
        <p:nvPr/>
      </p:nvGrpSpPr>
      <p:grpSpPr>
        <a:xfrm>
          <a:off x="0" y="0"/>
          <a:ext cx="0" cy="0"/>
          <a:chOff x="0" y="0"/>
          <a:chExt cx="0" cy="0"/>
        </a:xfrm>
      </p:grpSpPr>
      <p:sp>
        <p:nvSpPr>
          <p:cNvPr id="15" name="Content Placeholder 14"/>
          <p:cNvSpPr>
            <a:spLocks noGrp="1"/>
          </p:cNvSpPr>
          <p:nvPr>
            <p:ph sz="quarter" idx="16" hasCustomPrompt="1"/>
          </p:nvPr>
        </p:nvSpPr>
        <p:spPr>
          <a:xfrm>
            <a:off x="1502900" y="1651445"/>
            <a:ext cx="3072384" cy="3871384"/>
          </a:xfrm>
          <a:ln>
            <a:solidFill>
              <a:schemeClr val="bg1"/>
            </a:solidFill>
          </a:ln>
        </p:spPr>
        <p:txBody>
          <a:bodyPr vert="horz" lIns="182880" tIns="274320" rIns="182880" bIns="274320" rtlCol="0">
            <a:normAutofit/>
          </a:bodyPr>
          <a:lstStyle>
            <a:lvl1pPr>
              <a:defRPr lang="en-US" sz="1333" dirty="0" smtClean="0">
                <a:solidFill>
                  <a:schemeClr val="bg1"/>
                </a:solidFill>
              </a:defRPr>
            </a:lvl1pPr>
            <a:lvl2pPr>
              <a:defRPr lang="en-US" sz="1333" dirty="0" smtClean="0">
                <a:solidFill>
                  <a:schemeClr val="bg1"/>
                </a:solidFill>
              </a:defRPr>
            </a:lvl2pPr>
            <a:lvl3pPr>
              <a:defRPr lang="en-US" sz="1333" dirty="0" smtClean="0">
                <a:solidFill>
                  <a:schemeClr val="bg1"/>
                </a:solidFill>
              </a:defRPr>
            </a:lvl3pPr>
            <a:lvl4pPr>
              <a:defRPr lang="en-US" sz="1333" dirty="0" smtClean="0">
                <a:solidFill>
                  <a:schemeClr val="bg1"/>
                </a:solidFill>
              </a:defRPr>
            </a:lvl4pPr>
            <a:lvl5pPr>
              <a:defRPr lang="en-US" sz="1333" dirty="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p>
          <a:p>
            <a:pPr lvl="0"/>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p:txBody>
      </p:sp>
      <p:sp>
        <p:nvSpPr>
          <p:cNvPr id="5" name="Title Placeholder 3"/>
          <p:cNvSpPr>
            <a:spLocks noGrp="1"/>
          </p:cNvSpPr>
          <p:nvPr>
            <p:ph type="body" sz="quarter" idx="11" hasCustomPrompt="1"/>
          </p:nvPr>
        </p:nvSpPr>
        <p:spPr>
          <a:xfrm>
            <a:off x="7647668" y="1066229"/>
            <a:ext cx="3072384" cy="585216"/>
          </a:xfrm>
          <a:solidFill>
            <a:schemeClr val="bg1"/>
          </a:solidFill>
          <a:ln>
            <a:solidFill>
              <a:schemeClr val="bg1"/>
            </a:solidFill>
          </a:ln>
        </p:spPr>
        <p:txBody>
          <a:bodyPr wrap="none" lIns="91440" tIns="0" rIns="91440" bIns="0" anchor="ctr">
            <a:noAutofit/>
          </a:bodyPr>
          <a:lstStyle>
            <a:lvl1pPr marL="0" indent="0" algn="ctr">
              <a:buNone/>
              <a:defRPr sz="1600" b="1" i="0" cap="all" spc="267" baseline="0"/>
            </a:lvl1pPr>
            <a:lvl2pPr marL="609585" indent="0">
              <a:buNone/>
              <a:defRPr b="1" i="0" cap="all" spc="267" baseline="0"/>
            </a:lvl2pPr>
            <a:lvl3pPr marL="1219170" indent="0">
              <a:buNone/>
              <a:defRPr b="1" i="0" cap="all" spc="267" baseline="0"/>
            </a:lvl3pPr>
            <a:lvl4pPr marL="1828754" indent="0">
              <a:buNone/>
              <a:defRPr b="1" i="0" cap="all" spc="267" baseline="0"/>
            </a:lvl4pPr>
            <a:lvl5pPr marL="2438339" indent="0">
              <a:buFont typeface="Arial" panose="020B0604020202020204" pitchFamily="34" charset="0"/>
              <a:buNone/>
              <a:defRPr b="1" i="0" cap="all" spc="267" baseline="0"/>
            </a:lvl5pPr>
          </a:lstStyle>
          <a:p>
            <a:pPr lvl="0"/>
            <a:r>
              <a:rPr lang="en-US" dirty="0"/>
              <a:t>ADD TITILE HERE</a:t>
            </a:r>
          </a:p>
        </p:txBody>
      </p:sp>
      <p:sp>
        <p:nvSpPr>
          <p:cNvPr id="4" name="Title Placeholder 2"/>
          <p:cNvSpPr>
            <a:spLocks noGrp="1"/>
          </p:cNvSpPr>
          <p:nvPr>
            <p:ph type="body" sz="quarter" idx="10" hasCustomPrompt="1"/>
          </p:nvPr>
        </p:nvSpPr>
        <p:spPr>
          <a:xfrm>
            <a:off x="4575284" y="1066229"/>
            <a:ext cx="3072384" cy="585216"/>
          </a:xfrm>
          <a:solidFill>
            <a:schemeClr val="bg1"/>
          </a:solidFill>
          <a:ln>
            <a:solidFill>
              <a:schemeClr val="bg1"/>
            </a:solidFill>
          </a:ln>
        </p:spPr>
        <p:txBody>
          <a:bodyPr wrap="none" lIns="91440" tIns="0" rIns="91440" bIns="0" anchor="ctr">
            <a:noAutofit/>
          </a:bodyPr>
          <a:lstStyle>
            <a:lvl1pPr marL="0" indent="0" algn="ctr">
              <a:buNone/>
              <a:defRPr sz="1600" b="1" i="0" cap="all" spc="267" baseline="0"/>
            </a:lvl1pPr>
            <a:lvl2pPr marL="609585" indent="0">
              <a:buNone/>
              <a:defRPr b="1" i="0" cap="all" spc="267" baseline="0"/>
            </a:lvl2pPr>
            <a:lvl3pPr marL="1219170" indent="0">
              <a:buNone/>
              <a:defRPr b="1" i="0" cap="all" spc="267" baseline="0"/>
            </a:lvl3pPr>
            <a:lvl4pPr marL="1828754" indent="0">
              <a:buNone/>
              <a:defRPr b="1" i="0" cap="all" spc="267" baseline="0"/>
            </a:lvl4pPr>
            <a:lvl5pPr marL="2438339" indent="0">
              <a:buFont typeface="Arial" panose="020B0604020202020204" pitchFamily="34" charset="0"/>
              <a:buNone/>
              <a:defRPr b="1" i="0" cap="all" spc="267" baseline="0"/>
            </a:lvl5pPr>
          </a:lstStyle>
          <a:p>
            <a:pPr lvl="0"/>
            <a:r>
              <a:rPr lang="en-US" dirty="0"/>
              <a:t>ADD TITILE HERE</a:t>
            </a:r>
          </a:p>
        </p:txBody>
      </p:sp>
      <p:sp>
        <p:nvSpPr>
          <p:cNvPr id="6" name="Title Placeholder 1"/>
          <p:cNvSpPr>
            <a:spLocks noGrp="1"/>
          </p:cNvSpPr>
          <p:nvPr>
            <p:ph type="body" sz="quarter" idx="12" hasCustomPrompt="1"/>
          </p:nvPr>
        </p:nvSpPr>
        <p:spPr>
          <a:xfrm>
            <a:off x="1502900" y="1066229"/>
            <a:ext cx="3072384" cy="585216"/>
          </a:xfrm>
          <a:solidFill>
            <a:schemeClr val="bg1"/>
          </a:solidFill>
          <a:ln>
            <a:solidFill>
              <a:schemeClr val="bg1"/>
            </a:solidFill>
          </a:ln>
        </p:spPr>
        <p:txBody>
          <a:bodyPr wrap="none" lIns="91440" tIns="0" rIns="91440" bIns="0" anchor="ctr">
            <a:noAutofit/>
          </a:bodyPr>
          <a:lstStyle>
            <a:lvl1pPr marL="0" indent="0" algn="ctr">
              <a:buNone/>
              <a:defRPr sz="1600" b="1" i="0" cap="all" spc="267" baseline="0"/>
            </a:lvl1pPr>
            <a:lvl2pPr marL="609585" indent="0">
              <a:buNone/>
              <a:defRPr b="1" i="0" cap="all" spc="267" baseline="0"/>
            </a:lvl2pPr>
            <a:lvl3pPr marL="1219170" indent="0">
              <a:buNone/>
              <a:defRPr b="1" i="0" cap="all" spc="267" baseline="0"/>
            </a:lvl3pPr>
            <a:lvl4pPr marL="1828754" indent="0">
              <a:buNone/>
              <a:defRPr b="1" i="0" cap="all" spc="267" baseline="0"/>
            </a:lvl4pPr>
            <a:lvl5pPr marL="2438339" indent="0">
              <a:buFont typeface="Arial" panose="020B0604020202020204" pitchFamily="34" charset="0"/>
              <a:buNone/>
              <a:defRPr b="1" i="0" cap="all" spc="267" baseline="0"/>
            </a:lvl5pPr>
          </a:lstStyle>
          <a:p>
            <a:pPr lvl="0"/>
            <a:r>
              <a:rPr lang="en-US" dirty="0"/>
              <a:t>ADD TITILE HERE</a:t>
            </a:r>
          </a:p>
        </p:txBody>
      </p:sp>
      <p:sp>
        <p:nvSpPr>
          <p:cNvPr id="13" name="Slide Number Placeholder 1"/>
          <p:cNvSpPr>
            <a:spLocks noGrp="1"/>
          </p:cNvSpPr>
          <p:nvPr>
            <p:ph type="sldNum" sz="quarter" idx="4"/>
          </p:nvPr>
        </p:nvSpPr>
        <p:spPr>
          <a:xfrm>
            <a:off x="9884588" y="6435519"/>
            <a:ext cx="1831163" cy="422483"/>
          </a:xfrm>
          <a:prstGeom prst="rect">
            <a:avLst/>
          </a:prstGeom>
        </p:spPr>
        <p:txBody>
          <a:bodyPr vert="horz" wrap="none" lIns="91440" tIns="45720" rIns="0" bIns="82296" rtlCol="0" anchor="ctr"/>
          <a:lstStyle>
            <a:lvl1pPr algn="r">
              <a:defRPr sz="1867" b="1" i="0">
                <a:solidFill>
                  <a:srgbClr val="FEFEFE"/>
                </a:solidFill>
                <a:latin typeface="+mj-lt"/>
              </a:defRPr>
            </a:lvl1pPr>
          </a:lstStyle>
          <a:p>
            <a:fld id="{3A707DD9-E92B-45E8-BE0A-E6B2EDF345EB}" type="slidenum">
              <a:rPr lang="en-US" smtClean="0"/>
              <a:pPr/>
              <a:t>‹#›</a:t>
            </a:fld>
            <a:endParaRPr lang="en-US" dirty="0"/>
          </a:p>
        </p:txBody>
      </p:sp>
      <p:sp>
        <p:nvSpPr>
          <p:cNvPr id="16" name="Content Placeholder 14"/>
          <p:cNvSpPr>
            <a:spLocks noGrp="1"/>
          </p:cNvSpPr>
          <p:nvPr>
            <p:ph sz="quarter" idx="17" hasCustomPrompt="1"/>
          </p:nvPr>
        </p:nvSpPr>
        <p:spPr>
          <a:xfrm>
            <a:off x="7647668" y="1651445"/>
            <a:ext cx="3072384" cy="3871384"/>
          </a:xfrm>
          <a:ln>
            <a:solidFill>
              <a:schemeClr val="bg1"/>
            </a:solidFill>
          </a:ln>
        </p:spPr>
        <p:txBody>
          <a:bodyPr vert="horz" lIns="182880" tIns="274320" rIns="182880" bIns="274320" rtlCol="0">
            <a:normAutofit/>
          </a:bodyPr>
          <a:lstStyle>
            <a:lvl1pPr>
              <a:defRPr lang="en-US" sz="1333" dirty="0" smtClean="0">
                <a:solidFill>
                  <a:schemeClr val="bg1"/>
                </a:solidFill>
              </a:defRPr>
            </a:lvl1pPr>
            <a:lvl2pPr>
              <a:defRPr lang="en-US" sz="1333" dirty="0" smtClean="0">
                <a:solidFill>
                  <a:schemeClr val="bg1"/>
                </a:solidFill>
              </a:defRPr>
            </a:lvl2pPr>
            <a:lvl3pPr>
              <a:defRPr lang="en-US" sz="1333" dirty="0" smtClean="0">
                <a:solidFill>
                  <a:schemeClr val="bg1"/>
                </a:solidFill>
              </a:defRPr>
            </a:lvl3pPr>
            <a:lvl4pPr>
              <a:defRPr lang="en-US" sz="1333" dirty="0" smtClean="0">
                <a:solidFill>
                  <a:schemeClr val="bg1"/>
                </a:solidFill>
              </a:defRPr>
            </a:lvl4pPr>
            <a:lvl5pPr>
              <a:defRPr lang="en-US" sz="1333" dirty="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p>
          <a:p>
            <a:pPr lvl="0"/>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p:txBody>
      </p:sp>
      <p:sp>
        <p:nvSpPr>
          <p:cNvPr id="17" name="Content Placeholder 14"/>
          <p:cNvSpPr>
            <a:spLocks noGrp="1"/>
          </p:cNvSpPr>
          <p:nvPr>
            <p:ph sz="quarter" idx="18" hasCustomPrompt="1"/>
          </p:nvPr>
        </p:nvSpPr>
        <p:spPr>
          <a:xfrm>
            <a:off x="4575284" y="1651445"/>
            <a:ext cx="3072384" cy="3871384"/>
          </a:xfrm>
          <a:ln>
            <a:solidFill>
              <a:schemeClr val="bg1"/>
            </a:solidFill>
          </a:ln>
        </p:spPr>
        <p:txBody>
          <a:bodyPr vert="horz" lIns="182880" tIns="274320" rIns="182880" bIns="274320" rtlCol="0">
            <a:normAutofit/>
          </a:bodyPr>
          <a:lstStyle>
            <a:lvl1pPr>
              <a:defRPr lang="en-US" sz="1333" dirty="0" smtClean="0">
                <a:solidFill>
                  <a:schemeClr val="bg1"/>
                </a:solidFill>
              </a:defRPr>
            </a:lvl1pPr>
            <a:lvl2pPr>
              <a:defRPr lang="en-US" sz="1333" dirty="0" smtClean="0">
                <a:solidFill>
                  <a:schemeClr val="bg1"/>
                </a:solidFill>
              </a:defRPr>
            </a:lvl2pPr>
            <a:lvl3pPr>
              <a:defRPr lang="en-US" sz="1333" dirty="0" smtClean="0">
                <a:solidFill>
                  <a:schemeClr val="bg1"/>
                </a:solidFill>
              </a:defRPr>
            </a:lvl3pPr>
            <a:lvl4pPr>
              <a:defRPr lang="en-US" sz="1333" dirty="0" smtClean="0">
                <a:solidFill>
                  <a:schemeClr val="bg1"/>
                </a:solidFill>
              </a:defRPr>
            </a:lvl4pPr>
            <a:lvl5pPr>
              <a:defRPr lang="en-US" sz="1333" dirty="0">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p>
          <a:p>
            <a:pPr lvl="0"/>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p>
        </p:txBody>
      </p:sp>
    </p:spTree>
    <p:extLst>
      <p:ext uri="{BB962C8B-B14F-4D97-AF65-F5344CB8AC3E}">
        <p14:creationId xmlns:p14="http://schemas.microsoft.com/office/powerpoint/2010/main" val="383500744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Quote - EPAM Blue">
    <p:bg>
      <p:bgPr>
        <a:solidFill>
          <a:schemeClr val="accent2"/>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2374605" y="2797813"/>
            <a:ext cx="7442791" cy="783184"/>
          </a:xfrm>
          <a:prstGeom prst="rect">
            <a:avLst/>
          </a:prstGeom>
        </p:spPr>
        <p:txBody>
          <a:bodyPr anchor="ctr"/>
          <a:lstStyle>
            <a:lvl1pPr marL="0" indent="0" algn="ctr">
              <a:lnSpc>
                <a:spcPts val="3200"/>
              </a:lnSpc>
              <a:buNone/>
              <a:defRPr sz="2133">
                <a:solidFill>
                  <a:schemeClr val="bg1"/>
                </a:solidFill>
                <a:latin typeface="+mj-lt"/>
              </a:defRPr>
            </a:lvl1pPr>
            <a:lvl2pPr marL="609585" indent="0">
              <a:buNone/>
              <a:defRPr sz="2133">
                <a:latin typeface="+mj-lt"/>
              </a:defRPr>
            </a:lvl2pPr>
            <a:lvl3pPr marL="1219170" indent="0">
              <a:buNone/>
              <a:defRPr sz="2133">
                <a:latin typeface="+mj-lt"/>
              </a:defRPr>
            </a:lvl3pPr>
            <a:lvl4pPr marL="1828754" indent="0">
              <a:buNone/>
              <a:defRPr sz="2133">
                <a:latin typeface="+mj-lt"/>
              </a:defRPr>
            </a:lvl4pPr>
            <a:lvl5pPr marL="2438339" indent="0">
              <a:buNone/>
              <a:defRPr sz="2133">
                <a:latin typeface="+mj-lt"/>
              </a:defRPr>
            </a:lvl5pPr>
          </a:lstStyle>
          <a:p>
            <a:pPr algn="ctr">
              <a:lnSpc>
                <a:spcPts val="2400"/>
              </a:lnSpc>
            </a:pPr>
            <a:r>
              <a:rPr lang="en-US" sz="2133" baseline="0" dirty="0">
                <a:solidFill>
                  <a:schemeClr val="bg1"/>
                </a:solidFill>
                <a:latin typeface="+mj-lt"/>
              </a:rPr>
              <a:t>Please add call out or quote here</a:t>
            </a:r>
            <a:br>
              <a:rPr lang="en-US" sz="2133" baseline="0" dirty="0">
                <a:solidFill>
                  <a:schemeClr val="bg1"/>
                </a:solidFill>
                <a:latin typeface="+mj-lt"/>
              </a:rPr>
            </a:br>
            <a:r>
              <a:rPr lang="en-US" sz="2133" baseline="0" dirty="0">
                <a:solidFill>
                  <a:schemeClr val="bg1"/>
                </a:solidFill>
                <a:latin typeface="+mj-lt"/>
              </a:rPr>
              <a:t>sit </a:t>
            </a:r>
            <a:r>
              <a:rPr lang="en-US" sz="2133" baseline="0" dirty="0" err="1">
                <a:solidFill>
                  <a:schemeClr val="bg1"/>
                </a:solidFill>
                <a:latin typeface="+mj-lt"/>
              </a:rPr>
              <a:t>amet</a:t>
            </a:r>
            <a:r>
              <a:rPr lang="en-US" sz="2133" baseline="0" dirty="0">
                <a:solidFill>
                  <a:schemeClr val="bg1"/>
                </a:solidFill>
                <a:latin typeface="+mj-lt"/>
              </a:rPr>
              <a:t>, </a:t>
            </a:r>
            <a:r>
              <a:rPr lang="en-US" sz="2133" baseline="0" dirty="0" err="1">
                <a:solidFill>
                  <a:schemeClr val="bg1"/>
                </a:solidFill>
                <a:latin typeface="+mj-lt"/>
              </a:rPr>
              <a:t>consectetur</a:t>
            </a:r>
            <a:r>
              <a:rPr lang="en-US" sz="2133" baseline="0" dirty="0">
                <a:solidFill>
                  <a:schemeClr val="bg1"/>
                </a:solidFill>
                <a:latin typeface="+mj-lt"/>
              </a:rPr>
              <a:t> </a:t>
            </a:r>
            <a:r>
              <a:rPr lang="en-US" sz="2133" baseline="0" dirty="0" err="1">
                <a:solidFill>
                  <a:schemeClr val="bg1"/>
                </a:solidFill>
                <a:latin typeface="+mj-lt"/>
              </a:rPr>
              <a:t>adipiscing</a:t>
            </a:r>
            <a:r>
              <a:rPr lang="en-US" sz="2133" baseline="0" dirty="0">
                <a:solidFill>
                  <a:schemeClr val="bg1"/>
                </a:solidFill>
                <a:latin typeface="+mj-lt"/>
              </a:rPr>
              <a:t> </a:t>
            </a:r>
            <a:r>
              <a:rPr lang="en-US" sz="2133" baseline="0" dirty="0" err="1">
                <a:solidFill>
                  <a:schemeClr val="bg1"/>
                </a:solidFill>
                <a:latin typeface="+mj-lt"/>
              </a:rPr>
              <a:t>elit</a:t>
            </a:r>
            <a:r>
              <a:rPr lang="en-US" sz="2133" baseline="0" dirty="0">
                <a:solidFill>
                  <a:schemeClr val="bg1"/>
                </a:solidFill>
                <a:latin typeface="+mj-lt"/>
              </a:rPr>
              <a:t>. </a:t>
            </a:r>
            <a:r>
              <a:rPr lang="en-US" sz="2133" baseline="0" dirty="0" err="1">
                <a:solidFill>
                  <a:schemeClr val="bg1"/>
                </a:solidFill>
                <a:latin typeface="+mj-lt"/>
              </a:rPr>
              <a:t>Sed</a:t>
            </a:r>
            <a:r>
              <a:rPr lang="en-US" sz="2133" baseline="0" dirty="0">
                <a:solidFill>
                  <a:schemeClr val="bg1"/>
                </a:solidFill>
                <a:latin typeface="+mj-lt"/>
              </a:rPr>
              <a:t> </a:t>
            </a:r>
            <a:r>
              <a:rPr lang="en-US" sz="2133" baseline="0" dirty="0" err="1">
                <a:solidFill>
                  <a:schemeClr val="bg1"/>
                </a:solidFill>
                <a:latin typeface="+mj-lt"/>
              </a:rPr>
              <a:t>nec</a:t>
            </a:r>
            <a:r>
              <a:rPr lang="en-US" sz="2133" baseline="0" dirty="0">
                <a:solidFill>
                  <a:schemeClr val="bg1"/>
                </a:solidFill>
                <a:latin typeface="+mj-lt"/>
              </a:rPr>
              <a:t> </a:t>
            </a:r>
            <a:r>
              <a:rPr lang="en-US" sz="2133" baseline="0" dirty="0" err="1">
                <a:solidFill>
                  <a:schemeClr val="bg1"/>
                </a:solidFill>
                <a:latin typeface="+mj-lt"/>
              </a:rPr>
              <a:t>sem</a:t>
            </a:r>
            <a:r>
              <a:rPr lang="en-US" sz="2133" baseline="0" dirty="0">
                <a:solidFill>
                  <a:schemeClr val="bg1"/>
                </a:solidFill>
                <a:latin typeface="+mj-lt"/>
              </a:rPr>
              <a:t> gravida, </a:t>
            </a:r>
            <a:r>
              <a:rPr lang="en-US" sz="2133" baseline="0" dirty="0" err="1">
                <a:solidFill>
                  <a:schemeClr val="bg1"/>
                </a:solidFill>
                <a:latin typeface="+mj-lt"/>
              </a:rPr>
              <a:t>dapibus</a:t>
            </a:r>
            <a:r>
              <a:rPr lang="en-US" sz="2133" baseline="0" dirty="0">
                <a:solidFill>
                  <a:schemeClr val="bg1"/>
                </a:solidFill>
                <a:latin typeface="+mj-lt"/>
              </a:rPr>
              <a:t> </a:t>
            </a:r>
            <a:r>
              <a:rPr lang="en-US" sz="2133" baseline="0" dirty="0" err="1">
                <a:solidFill>
                  <a:schemeClr val="bg1"/>
                </a:solidFill>
                <a:latin typeface="+mj-lt"/>
              </a:rPr>
              <a:t>turpis</a:t>
            </a:r>
            <a:r>
              <a:rPr lang="en-US" sz="2133" baseline="0" dirty="0">
                <a:solidFill>
                  <a:schemeClr val="bg1"/>
                </a:solidFill>
                <a:latin typeface="+mj-lt"/>
              </a:rPr>
              <a:t> </a:t>
            </a:r>
            <a:r>
              <a:rPr lang="en-US" sz="2133" baseline="0" dirty="0" err="1">
                <a:solidFill>
                  <a:schemeClr val="bg1"/>
                </a:solidFill>
                <a:latin typeface="+mj-lt"/>
              </a:rPr>
              <a:t>porttitor</a:t>
            </a:r>
            <a:r>
              <a:rPr lang="en-US" sz="2133" baseline="0" dirty="0">
                <a:solidFill>
                  <a:schemeClr val="bg1"/>
                </a:solidFill>
                <a:latin typeface="+mj-lt"/>
              </a:rPr>
              <a:t>, </a:t>
            </a:r>
            <a:r>
              <a:rPr lang="en-US" sz="2133" baseline="0" dirty="0" err="1">
                <a:solidFill>
                  <a:schemeClr val="bg1"/>
                </a:solidFill>
                <a:latin typeface="+mj-lt"/>
              </a:rPr>
              <a:t>tincidunt</a:t>
            </a:r>
            <a:r>
              <a:rPr lang="en-US" sz="2133" baseline="0" dirty="0">
                <a:solidFill>
                  <a:schemeClr val="bg1"/>
                </a:solidFill>
                <a:latin typeface="+mj-lt"/>
              </a:rPr>
              <a:t> </a:t>
            </a:r>
            <a:r>
              <a:rPr lang="en-US" sz="2133" baseline="0" dirty="0" err="1">
                <a:solidFill>
                  <a:schemeClr val="bg1"/>
                </a:solidFill>
                <a:latin typeface="+mj-lt"/>
              </a:rPr>
              <a:t>nibh</a:t>
            </a:r>
            <a:r>
              <a:rPr lang="en-US" sz="2133" baseline="0" dirty="0">
                <a:solidFill>
                  <a:schemeClr val="bg1"/>
                </a:solidFill>
                <a:latin typeface="+mj-lt"/>
              </a:rPr>
              <a:t>. </a:t>
            </a:r>
            <a:r>
              <a:rPr lang="en-US" sz="2133" baseline="0" dirty="0" err="1">
                <a:solidFill>
                  <a:schemeClr val="bg1"/>
                </a:solidFill>
                <a:latin typeface="+mj-lt"/>
              </a:rPr>
              <a:t>Orci</a:t>
            </a:r>
            <a:r>
              <a:rPr lang="en-US" sz="2133" baseline="0" dirty="0">
                <a:solidFill>
                  <a:schemeClr val="bg1"/>
                </a:solidFill>
                <a:latin typeface="+mj-lt"/>
              </a:rPr>
              <a:t> </a:t>
            </a:r>
            <a:r>
              <a:rPr lang="en-US" sz="2133" baseline="0" dirty="0" err="1">
                <a:solidFill>
                  <a:schemeClr val="bg1"/>
                </a:solidFill>
                <a:latin typeface="+mj-lt"/>
              </a:rPr>
              <a:t>varius</a:t>
            </a:r>
            <a:r>
              <a:rPr lang="en-US" sz="2133" baseline="0" dirty="0">
                <a:solidFill>
                  <a:schemeClr val="bg1"/>
                </a:solidFill>
                <a:latin typeface="+mj-lt"/>
              </a:rPr>
              <a:t> </a:t>
            </a:r>
            <a:r>
              <a:rPr lang="en-US" sz="2133" baseline="0" dirty="0" err="1">
                <a:solidFill>
                  <a:schemeClr val="bg1"/>
                </a:solidFill>
                <a:latin typeface="+mj-lt"/>
              </a:rPr>
              <a:t>natoque</a:t>
            </a:r>
            <a:r>
              <a:rPr lang="en-US" sz="2133" baseline="0" dirty="0">
                <a:solidFill>
                  <a:schemeClr val="bg1"/>
                </a:solidFill>
                <a:latin typeface="+mj-lt"/>
              </a:rPr>
              <a:t> </a:t>
            </a:r>
            <a:r>
              <a:rPr lang="en-US" sz="2133" baseline="0" dirty="0" err="1">
                <a:solidFill>
                  <a:schemeClr val="bg1"/>
                </a:solidFill>
                <a:latin typeface="+mj-lt"/>
              </a:rPr>
              <a:t>penatibus</a:t>
            </a:r>
            <a:r>
              <a:rPr lang="en-US" sz="2133" baseline="0" dirty="0">
                <a:solidFill>
                  <a:schemeClr val="bg1"/>
                </a:solidFill>
                <a:latin typeface="+mj-lt"/>
              </a:rPr>
              <a:t> et </a:t>
            </a:r>
            <a:r>
              <a:rPr lang="en-US" sz="2133" baseline="0" dirty="0" err="1">
                <a:solidFill>
                  <a:schemeClr val="bg1"/>
                </a:solidFill>
                <a:latin typeface="+mj-lt"/>
              </a:rPr>
              <a:t>magnis</a:t>
            </a:r>
            <a:r>
              <a:rPr lang="en-US" sz="2133" baseline="0" dirty="0">
                <a:solidFill>
                  <a:schemeClr val="bg1"/>
                </a:solidFill>
                <a:latin typeface="+mj-lt"/>
              </a:rPr>
              <a:t> dis parturient </a:t>
            </a:r>
            <a:r>
              <a:rPr lang="en-US" sz="2133" baseline="0" dirty="0" err="1">
                <a:solidFill>
                  <a:schemeClr val="bg1"/>
                </a:solidFill>
                <a:latin typeface="+mj-lt"/>
              </a:rPr>
              <a:t>montes</a:t>
            </a:r>
            <a:r>
              <a:rPr lang="en-US" sz="2133" baseline="0" dirty="0">
                <a:solidFill>
                  <a:schemeClr val="bg1"/>
                </a:solidFill>
                <a:latin typeface="+mj-lt"/>
              </a:rPr>
              <a:t>, </a:t>
            </a:r>
            <a:r>
              <a:rPr lang="en-US" sz="2133" baseline="0" dirty="0" err="1">
                <a:solidFill>
                  <a:schemeClr val="bg1"/>
                </a:solidFill>
                <a:latin typeface="+mj-lt"/>
              </a:rPr>
              <a:t>nascetur</a:t>
            </a:r>
            <a:r>
              <a:rPr lang="en-US" sz="2133" baseline="0" dirty="0">
                <a:solidFill>
                  <a:schemeClr val="bg1"/>
                </a:solidFill>
                <a:latin typeface="+mj-lt"/>
              </a:rPr>
              <a:t> </a:t>
            </a:r>
            <a:r>
              <a:rPr lang="en-US" sz="2133" baseline="0" dirty="0" err="1">
                <a:solidFill>
                  <a:schemeClr val="bg1"/>
                </a:solidFill>
                <a:latin typeface="+mj-lt"/>
              </a:rPr>
              <a:t>ridiculus</a:t>
            </a:r>
            <a:r>
              <a:rPr lang="en-US" sz="2133" baseline="0" dirty="0">
                <a:solidFill>
                  <a:schemeClr val="bg1"/>
                </a:solidFill>
                <a:latin typeface="+mj-lt"/>
              </a:rPr>
              <a:t> mus. Nam </a:t>
            </a:r>
            <a:r>
              <a:rPr lang="en-US" sz="2133" baseline="0" dirty="0" err="1">
                <a:solidFill>
                  <a:schemeClr val="bg1"/>
                </a:solidFill>
                <a:latin typeface="+mj-lt"/>
              </a:rPr>
              <a:t>eget</a:t>
            </a:r>
            <a:r>
              <a:rPr lang="en-US" sz="2133" baseline="0" dirty="0">
                <a:solidFill>
                  <a:schemeClr val="bg1"/>
                </a:solidFill>
                <a:latin typeface="+mj-lt"/>
              </a:rPr>
              <a:t> </a:t>
            </a:r>
            <a:r>
              <a:rPr lang="en-US" sz="2133" baseline="0" dirty="0" err="1">
                <a:solidFill>
                  <a:schemeClr val="bg1"/>
                </a:solidFill>
                <a:latin typeface="+mj-lt"/>
              </a:rPr>
              <a:t>enim</a:t>
            </a:r>
            <a:r>
              <a:rPr lang="en-US" sz="2133" baseline="0" dirty="0">
                <a:solidFill>
                  <a:schemeClr val="bg1"/>
                </a:solidFill>
                <a:latin typeface="+mj-lt"/>
              </a:rPr>
              <a:t> </a:t>
            </a:r>
            <a:r>
              <a:rPr lang="en-US" sz="2133" baseline="0" dirty="0" err="1">
                <a:solidFill>
                  <a:schemeClr val="bg1"/>
                </a:solidFill>
                <a:latin typeface="+mj-lt"/>
              </a:rPr>
              <a:t>mauris</a:t>
            </a:r>
            <a:r>
              <a:rPr lang="en-US" sz="2133" baseline="0" dirty="0">
                <a:solidFill>
                  <a:schemeClr val="bg1"/>
                </a:solidFill>
                <a:latin typeface="+mj-lt"/>
              </a:rPr>
              <a:t>. </a:t>
            </a:r>
            <a:r>
              <a:rPr lang="en-US" sz="2133" baseline="0" dirty="0" err="1">
                <a:solidFill>
                  <a:schemeClr val="bg1"/>
                </a:solidFill>
                <a:latin typeface="+mj-lt"/>
              </a:rPr>
              <a:t>Vivamus</a:t>
            </a:r>
            <a:r>
              <a:rPr lang="en-US" sz="2133" baseline="0" dirty="0">
                <a:solidFill>
                  <a:schemeClr val="bg1"/>
                </a:solidFill>
                <a:latin typeface="+mj-lt"/>
              </a:rPr>
              <a:t> sit </a:t>
            </a:r>
            <a:r>
              <a:rPr lang="en-US" sz="2133" baseline="0" dirty="0" err="1">
                <a:solidFill>
                  <a:schemeClr val="bg1"/>
                </a:solidFill>
                <a:latin typeface="+mj-lt"/>
              </a:rPr>
              <a:t>amet</a:t>
            </a:r>
            <a:r>
              <a:rPr lang="en-US" sz="2133" baseline="0" dirty="0">
                <a:solidFill>
                  <a:schemeClr val="bg1"/>
                </a:solidFill>
                <a:latin typeface="+mj-lt"/>
              </a:rPr>
              <a:t> </a:t>
            </a:r>
            <a:r>
              <a:rPr lang="en-US" sz="2133" baseline="0" dirty="0" err="1">
                <a:solidFill>
                  <a:schemeClr val="bg1"/>
                </a:solidFill>
                <a:latin typeface="+mj-lt"/>
              </a:rPr>
              <a:t>congue</a:t>
            </a:r>
            <a:r>
              <a:rPr lang="en-US" sz="2133" baseline="0" dirty="0">
                <a:solidFill>
                  <a:schemeClr val="bg1"/>
                </a:solidFill>
                <a:latin typeface="+mj-lt"/>
              </a:rPr>
              <a:t> </a:t>
            </a:r>
            <a:r>
              <a:rPr lang="en-US" sz="2133" baseline="0" dirty="0" err="1">
                <a:solidFill>
                  <a:schemeClr val="bg1"/>
                </a:solidFill>
                <a:latin typeface="+mj-lt"/>
              </a:rPr>
              <a:t>nunc</a:t>
            </a:r>
            <a:r>
              <a:rPr lang="en-US" sz="2133" baseline="0" dirty="0">
                <a:solidFill>
                  <a:schemeClr val="bg1"/>
                </a:solidFill>
                <a:latin typeface="+mj-lt"/>
              </a:rPr>
              <a:t>. </a:t>
            </a:r>
            <a:r>
              <a:rPr lang="en-US" sz="2133" baseline="0" dirty="0" err="1">
                <a:solidFill>
                  <a:schemeClr val="bg1"/>
                </a:solidFill>
                <a:latin typeface="+mj-lt"/>
              </a:rPr>
              <a:t>Duis</a:t>
            </a:r>
            <a:r>
              <a:rPr lang="en-US" sz="2133" baseline="0" dirty="0">
                <a:solidFill>
                  <a:schemeClr val="bg1"/>
                </a:solidFill>
                <a:latin typeface="+mj-lt"/>
              </a:rPr>
              <a:t> </a:t>
            </a:r>
            <a:r>
              <a:rPr lang="en-US" sz="2133" baseline="0" dirty="0" err="1">
                <a:solidFill>
                  <a:schemeClr val="bg1"/>
                </a:solidFill>
                <a:latin typeface="+mj-lt"/>
              </a:rPr>
              <a:t>pellentesque</a:t>
            </a:r>
            <a:r>
              <a:rPr lang="en-US" sz="2133" baseline="0" dirty="0">
                <a:solidFill>
                  <a:schemeClr val="bg1"/>
                </a:solidFill>
                <a:latin typeface="+mj-lt"/>
              </a:rPr>
              <a:t> </a:t>
            </a:r>
            <a:r>
              <a:rPr lang="en-US" sz="2133" baseline="0" dirty="0" err="1">
                <a:solidFill>
                  <a:schemeClr val="bg1"/>
                </a:solidFill>
                <a:latin typeface="+mj-lt"/>
              </a:rPr>
              <a:t>posuere</a:t>
            </a:r>
            <a:r>
              <a:rPr lang="en-US" sz="2133" baseline="0" dirty="0">
                <a:solidFill>
                  <a:schemeClr val="bg1"/>
                </a:solidFill>
                <a:latin typeface="+mj-lt"/>
              </a:rPr>
              <a:t> </a:t>
            </a:r>
            <a:r>
              <a:rPr lang="en-US" sz="2133" baseline="0" dirty="0" err="1">
                <a:solidFill>
                  <a:schemeClr val="bg1"/>
                </a:solidFill>
                <a:latin typeface="+mj-lt"/>
              </a:rPr>
              <a:t>rutrum</a:t>
            </a:r>
            <a:r>
              <a:rPr lang="en-US" sz="2133" baseline="0" dirty="0">
                <a:solidFill>
                  <a:schemeClr val="bg1"/>
                </a:solidFill>
                <a:latin typeface="+mj-lt"/>
              </a:rPr>
              <a:t>. </a:t>
            </a:r>
            <a:r>
              <a:rPr lang="en-US" sz="2133" baseline="0" dirty="0" err="1">
                <a:solidFill>
                  <a:schemeClr val="bg1"/>
                </a:solidFill>
                <a:latin typeface="+mj-lt"/>
              </a:rPr>
              <a:t>Pellentesque</a:t>
            </a:r>
            <a:r>
              <a:rPr lang="en-US" sz="2133" baseline="0" dirty="0">
                <a:solidFill>
                  <a:schemeClr val="bg1"/>
                </a:solidFill>
                <a:latin typeface="+mj-lt"/>
              </a:rPr>
              <a:t> ac </a:t>
            </a:r>
            <a:r>
              <a:rPr lang="en-US" sz="2133" baseline="0" dirty="0" err="1">
                <a:solidFill>
                  <a:schemeClr val="bg1"/>
                </a:solidFill>
                <a:latin typeface="+mj-lt"/>
              </a:rPr>
              <a:t>diam</a:t>
            </a:r>
            <a:r>
              <a:rPr lang="en-US" sz="2133" baseline="0" dirty="0">
                <a:solidFill>
                  <a:schemeClr val="bg1"/>
                </a:solidFill>
                <a:latin typeface="+mj-lt"/>
              </a:rPr>
              <a:t> </a:t>
            </a:r>
            <a:r>
              <a:rPr lang="en-US" sz="2133" baseline="0" dirty="0" err="1">
                <a:solidFill>
                  <a:schemeClr val="bg1"/>
                </a:solidFill>
                <a:latin typeface="+mj-lt"/>
              </a:rPr>
              <a:t>quis</a:t>
            </a:r>
            <a:r>
              <a:rPr lang="en-US" sz="2133" baseline="0" dirty="0">
                <a:solidFill>
                  <a:schemeClr val="bg1"/>
                </a:solidFill>
                <a:latin typeface="+mj-lt"/>
              </a:rPr>
              <a:t> </a:t>
            </a:r>
            <a:r>
              <a:rPr lang="en-US" sz="2133" baseline="0" dirty="0" err="1">
                <a:solidFill>
                  <a:schemeClr val="bg1"/>
                </a:solidFill>
                <a:latin typeface="+mj-lt"/>
              </a:rPr>
              <a:t>justo</a:t>
            </a:r>
            <a:r>
              <a:rPr lang="en-US" sz="2133" baseline="0" dirty="0">
                <a:solidFill>
                  <a:schemeClr val="bg1"/>
                </a:solidFill>
                <a:latin typeface="+mj-lt"/>
              </a:rPr>
              <a:t> </a:t>
            </a:r>
            <a:r>
              <a:rPr lang="en-US" sz="2133" baseline="0" dirty="0" err="1">
                <a:solidFill>
                  <a:schemeClr val="bg1"/>
                </a:solidFill>
                <a:latin typeface="+mj-lt"/>
              </a:rPr>
              <a:t>placerat</a:t>
            </a:r>
            <a:r>
              <a:rPr lang="en-US" sz="2133" baseline="0" dirty="0">
                <a:solidFill>
                  <a:schemeClr val="bg1"/>
                </a:solidFill>
                <a:latin typeface="+mj-lt"/>
              </a:rPr>
              <a:t> porta. </a:t>
            </a:r>
            <a:r>
              <a:rPr lang="en-US" sz="2133" baseline="0" dirty="0" err="1">
                <a:solidFill>
                  <a:schemeClr val="bg1"/>
                </a:solidFill>
                <a:latin typeface="+mj-lt"/>
              </a:rPr>
              <a:t>Phasellus</a:t>
            </a:r>
            <a:r>
              <a:rPr lang="en-US" sz="2133" baseline="0" dirty="0">
                <a:solidFill>
                  <a:schemeClr val="bg1"/>
                </a:solidFill>
                <a:latin typeface="+mj-lt"/>
              </a:rPr>
              <a:t> </a:t>
            </a:r>
            <a:r>
              <a:rPr lang="en-US" sz="2133" baseline="0" dirty="0" err="1">
                <a:solidFill>
                  <a:schemeClr val="bg1"/>
                </a:solidFill>
                <a:latin typeface="+mj-lt"/>
              </a:rPr>
              <a:t>bibendum</a:t>
            </a:r>
            <a:r>
              <a:rPr lang="en-US" sz="2133" baseline="0" dirty="0">
                <a:solidFill>
                  <a:schemeClr val="bg1"/>
                </a:solidFill>
                <a:latin typeface="+mj-lt"/>
              </a:rPr>
              <a:t> </a:t>
            </a:r>
            <a:r>
              <a:rPr lang="en-US" sz="2133" baseline="0" dirty="0" err="1">
                <a:solidFill>
                  <a:schemeClr val="bg1"/>
                </a:solidFill>
                <a:latin typeface="+mj-lt"/>
              </a:rPr>
              <a:t>vehicula</a:t>
            </a:r>
            <a:r>
              <a:rPr lang="en-US" sz="2133" baseline="0" dirty="0">
                <a:solidFill>
                  <a:schemeClr val="bg1"/>
                </a:solidFill>
                <a:latin typeface="+mj-lt"/>
              </a:rPr>
              <a:t> </a:t>
            </a:r>
            <a:r>
              <a:rPr lang="en-US" sz="2133" baseline="0" dirty="0" err="1">
                <a:solidFill>
                  <a:schemeClr val="bg1"/>
                </a:solidFill>
                <a:latin typeface="+mj-lt"/>
              </a:rPr>
              <a:t>sem</a:t>
            </a:r>
            <a:r>
              <a:rPr lang="en-US" sz="2133" baseline="0" dirty="0">
                <a:solidFill>
                  <a:schemeClr val="bg1"/>
                </a:solidFill>
                <a:latin typeface="+mj-lt"/>
              </a:rPr>
              <a:t> id </a:t>
            </a:r>
            <a:r>
              <a:rPr lang="en-US" sz="2133" baseline="0" dirty="0" err="1">
                <a:solidFill>
                  <a:schemeClr val="bg1"/>
                </a:solidFill>
                <a:latin typeface="+mj-lt"/>
              </a:rPr>
              <a:t>ornare</a:t>
            </a:r>
            <a:r>
              <a:rPr lang="en-US" sz="2133" baseline="0" dirty="0">
                <a:solidFill>
                  <a:schemeClr val="bg1"/>
                </a:solidFill>
                <a:latin typeface="+mj-lt"/>
              </a:rPr>
              <a:t>. Nam </a:t>
            </a:r>
            <a:r>
              <a:rPr lang="en-US" sz="2133" baseline="0" dirty="0" err="1">
                <a:solidFill>
                  <a:schemeClr val="bg1"/>
                </a:solidFill>
                <a:latin typeface="+mj-lt"/>
              </a:rPr>
              <a:t>commodo</a:t>
            </a:r>
            <a:r>
              <a:rPr lang="en-US" sz="2133" baseline="0" dirty="0">
                <a:solidFill>
                  <a:schemeClr val="bg1"/>
                </a:solidFill>
                <a:latin typeface="+mj-lt"/>
              </a:rPr>
              <a:t> ac </a:t>
            </a:r>
            <a:r>
              <a:rPr lang="en-US" sz="2133" baseline="0" dirty="0" err="1">
                <a:solidFill>
                  <a:schemeClr val="bg1"/>
                </a:solidFill>
                <a:latin typeface="+mj-lt"/>
              </a:rPr>
              <a:t>purus</a:t>
            </a:r>
            <a:r>
              <a:rPr lang="en-US" sz="2133" baseline="0" dirty="0">
                <a:solidFill>
                  <a:schemeClr val="bg1"/>
                </a:solidFill>
                <a:latin typeface="+mj-lt"/>
              </a:rPr>
              <a:t> </a:t>
            </a:r>
            <a:r>
              <a:rPr lang="en-US" sz="2133" baseline="0" dirty="0" err="1">
                <a:solidFill>
                  <a:schemeClr val="bg1"/>
                </a:solidFill>
                <a:latin typeface="+mj-lt"/>
              </a:rPr>
              <a:t>condimentum</a:t>
            </a:r>
            <a:r>
              <a:rPr lang="en-US" sz="2133" baseline="0" dirty="0">
                <a:solidFill>
                  <a:schemeClr val="bg1"/>
                </a:solidFill>
                <a:latin typeface="+mj-lt"/>
              </a:rPr>
              <a:t> porta. </a:t>
            </a:r>
            <a:r>
              <a:rPr lang="en-US" sz="2133" baseline="0" dirty="0" err="1">
                <a:solidFill>
                  <a:schemeClr val="bg1"/>
                </a:solidFill>
                <a:latin typeface="+mj-lt"/>
              </a:rPr>
              <a:t>Proin</a:t>
            </a:r>
            <a:r>
              <a:rPr lang="en-US" sz="2133" baseline="0" dirty="0">
                <a:solidFill>
                  <a:schemeClr val="bg1"/>
                </a:solidFill>
                <a:latin typeface="+mj-lt"/>
              </a:rPr>
              <a:t> </a:t>
            </a:r>
            <a:r>
              <a:rPr lang="en-US" sz="2133" baseline="0" dirty="0" err="1">
                <a:solidFill>
                  <a:schemeClr val="bg1"/>
                </a:solidFill>
                <a:latin typeface="+mj-lt"/>
              </a:rPr>
              <a:t>condimentum</a:t>
            </a:r>
            <a:r>
              <a:rPr lang="en-US" sz="2133" baseline="0" dirty="0">
                <a:solidFill>
                  <a:schemeClr val="bg1"/>
                </a:solidFill>
                <a:latin typeface="+mj-lt"/>
              </a:rPr>
              <a:t> </a:t>
            </a:r>
            <a:r>
              <a:rPr lang="en-US" sz="2133" baseline="0" dirty="0" err="1">
                <a:solidFill>
                  <a:schemeClr val="bg1"/>
                </a:solidFill>
                <a:latin typeface="+mj-lt"/>
              </a:rPr>
              <a:t>lectus</a:t>
            </a:r>
            <a:r>
              <a:rPr lang="en-US" sz="2133" baseline="0" dirty="0">
                <a:solidFill>
                  <a:schemeClr val="bg1"/>
                </a:solidFill>
                <a:latin typeface="+mj-lt"/>
              </a:rPr>
              <a:t> </a:t>
            </a:r>
            <a:r>
              <a:rPr lang="en-US" sz="2133" baseline="0" dirty="0" err="1">
                <a:solidFill>
                  <a:schemeClr val="bg1"/>
                </a:solidFill>
                <a:latin typeface="+mj-lt"/>
              </a:rPr>
              <a:t>leo</a:t>
            </a:r>
            <a:r>
              <a:rPr lang="en-US" sz="2133" baseline="0" dirty="0">
                <a:solidFill>
                  <a:schemeClr val="bg1"/>
                </a:solidFill>
                <a:latin typeface="+mj-lt"/>
              </a:rPr>
              <a:t>, in </a:t>
            </a:r>
            <a:r>
              <a:rPr lang="en-US" sz="2133" baseline="0" dirty="0" err="1">
                <a:solidFill>
                  <a:schemeClr val="bg1"/>
                </a:solidFill>
                <a:latin typeface="+mj-lt"/>
              </a:rPr>
              <a:t>lacinia</a:t>
            </a:r>
            <a:r>
              <a:rPr lang="en-US" sz="2133" baseline="0" dirty="0">
                <a:solidFill>
                  <a:schemeClr val="bg1"/>
                </a:solidFill>
                <a:latin typeface="+mj-lt"/>
              </a:rPr>
              <a:t> </a:t>
            </a:r>
            <a:r>
              <a:rPr lang="en-US" sz="2133" baseline="0" dirty="0" err="1">
                <a:solidFill>
                  <a:schemeClr val="bg1"/>
                </a:solidFill>
                <a:latin typeface="+mj-lt"/>
              </a:rPr>
              <a:t>diam</a:t>
            </a:r>
            <a:r>
              <a:rPr lang="en-US" sz="2133" baseline="0" dirty="0">
                <a:solidFill>
                  <a:schemeClr val="bg1"/>
                </a:solidFill>
                <a:latin typeface="+mj-lt"/>
              </a:rPr>
              <a:t> </a:t>
            </a:r>
            <a:r>
              <a:rPr lang="en-US" sz="2133" baseline="0" dirty="0" err="1">
                <a:solidFill>
                  <a:schemeClr val="bg1"/>
                </a:solidFill>
                <a:latin typeface="+mj-lt"/>
              </a:rPr>
              <a:t>placerat</a:t>
            </a:r>
            <a:r>
              <a:rPr lang="en-US" sz="2133" baseline="0" dirty="0">
                <a:solidFill>
                  <a:schemeClr val="bg1"/>
                </a:solidFill>
                <a:latin typeface="+mj-lt"/>
              </a:rPr>
              <a:t> convallis. </a:t>
            </a:r>
            <a:endParaRPr lang="en-US" sz="2133" b="1" spc="267" baseline="0" dirty="0">
              <a:solidFill>
                <a:schemeClr val="bg1"/>
              </a:solidFill>
              <a:latin typeface="+mj-lt"/>
              <a:ea typeface="Calibri" charset="0"/>
              <a:cs typeface="Calibri" charset="0"/>
            </a:endParaRPr>
          </a:p>
        </p:txBody>
      </p:sp>
      <p:pic>
        <p:nvPicPr>
          <p:cNvPr id="3" name="Picture 2"/>
          <p:cNvPicPr>
            <a:picLocks noChangeAspect="1"/>
          </p:cNvPicPr>
          <p:nvPr/>
        </p:nvPicPr>
        <p:blipFill rotWithShape="1">
          <a:blip r:embed="rId2" cstate="screen">
            <a:alphaModFix amt="16000"/>
            <a:extLst>
              <a:ext uri="{28A0092B-C50C-407E-A947-70E740481C1C}">
                <a14:useLocalDpi xmlns:a14="http://schemas.microsoft.com/office/drawing/2010/main"/>
              </a:ext>
            </a:extLst>
          </a:blip>
          <a:srcRect t="63049" r="42496"/>
          <a:stretch/>
        </p:blipFill>
        <p:spPr>
          <a:xfrm>
            <a:off x="2" y="-163253"/>
            <a:ext cx="2064269" cy="1583263"/>
          </a:xfrm>
          <a:prstGeom prst="rect">
            <a:avLst/>
          </a:prstGeom>
        </p:spPr>
      </p:pic>
      <p:pic>
        <p:nvPicPr>
          <p:cNvPr id="4" name="Picture 3"/>
          <p:cNvPicPr>
            <a:picLocks noChangeAspect="1"/>
          </p:cNvPicPr>
          <p:nvPr/>
        </p:nvPicPr>
        <p:blipFill rotWithShape="1">
          <a:blip r:embed="rId2" cstate="screen">
            <a:alphaModFix amt="16000"/>
            <a:extLst>
              <a:ext uri="{28A0092B-C50C-407E-A947-70E740481C1C}">
                <a14:useLocalDpi xmlns:a14="http://schemas.microsoft.com/office/drawing/2010/main"/>
              </a:ext>
            </a:extLst>
          </a:blip>
          <a:srcRect t="63049" r="42496"/>
          <a:stretch/>
        </p:blipFill>
        <p:spPr>
          <a:xfrm rot="10800000">
            <a:off x="10127731" y="4909146"/>
            <a:ext cx="2064269" cy="1583263"/>
          </a:xfrm>
          <a:prstGeom prst="rect">
            <a:avLst/>
          </a:prstGeom>
        </p:spPr>
      </p:pic>
      <p:sp>
        <p:nvSpPr>
          <p:cNvPr id="7" name="Slide Number Placeholder 1"/>
          <p:cNvSpPr>
            <a:spLocks noGrp="1"/>
          </p:cNvSpPr>
          <p:nvPr>
            <p:ph type="sldNum" sz="quarter" idx="4"/>
          </p:nvPr>
        </p:nvSpPr>
        <p:spPr>
          <a:xfrm>
            <a:off x="9884588" y="6435519"/>
            <a:ext cx="1831163" cy="422483"/>
          </a:xfrm>
          <a:prstGeom prst="rect">
            <a:avLst/>
          </a:prstGeom>
        </p:spPr>
        <p:txBody>
          <a:bodyPr vert="horz" wrap="none" lIns="91440" tIns="45720" rIns="0" bIns="82296" rtlCol="0" anchor="ctr"/>
          <a:lstStyle>
            <a:lvl1pPr algn="r">
              <a:defRPr sz="1867"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177917965"/>
      </p:ext>
    </p:extLst>
  </p:cSld>
  <p:clrMapOvr>
    <a:masterClrMapping/>
  </p:clrMapOvr>
  <p:extLst>
    <p:ext uri="{DCECCB84-F9BA-43D5-87BE-67443E8EF086}">
      <p15:sldGuideLst xmlns:p15="http://schemas.microsoft.com/office/powerpoint/2012/main">
        <p15:guide id="1" orient="horz" pos="1524">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Please Add Slide Headline Here</a:t>
            </a:r>
          </a:p>
        </p:txBody>
      </p:sp>
      <p:cxnSp>
        <p:nvCxnSpPr>
          <p:cNvPr id="4" name="Straight Connector 3"/>
          <p:cNvCxnSpPr/>
          <p:nvPr/>
        </p:nvCxnSpPr>
        <p:spPr>
          <a:xfrm>
            <a:off x="392546" y="955249"/>
            <a:ext cx="1140690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9884588" y="6435519"/>
            <a:ext cx="1831163" cy="422483"/>
          </a:xfrm>
          <a:prstGeom prst="rect">
            <a:avLst/>
          </a:prstGeom>
        </p:spPr>
        <p:txBody>
          <a:bodyPr vert="horz" wrap="none" lIns="91440" tIns="45720" rIns="0" bIns="82296" rtlCol="0" anchor="ctr"/>
          <a:lstStyle>
            <a:lvl1pPr algn="r">
              <a:defRPr sz="1867"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141802473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_CaseStud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Please Add Slide Headline Here</a:t>
            </a:r>
          </a:p>
        </p:txBody>
      </p:sp>
      <p:cxnSp>
        <p:nvCxnSpPr>
          <p:cNvPr id="4" name="Straight Connector 3"/>
          <p:cNvCxnSpPr/>
          <p:nvPr/>
        </p:nvCxnSpPr>
        <p:spPr>
          <a:xfrm>
            <a:off x="392546" y="955249"/>
            <a:ext cx="11406909" cy="0"/>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8" name="Slide Number Placeholder 1"/>
          <p:cNvSpPr>
            <a:spLocks noGrp="1"/>
          </p:cNvSpPr>
          <p:nvPr>
            <p:ph type="sldNum" sz="quarter" idx="4"/>
          </p:nvPr>
        </p:nvSpPr>
        <p:spPr>
          <a:xfrm>
            <a:off x="9884588" y="6435519"/>
            <a:ext cx="1831163" cy="422483"/>
          </a:xfrm>
          <a:prstGeom prst="rect">
            <a:avLst/>
          </a:prstGeom>
        </p:spPr>
        <p:txBody>
          <a:bodyPr vert="horz" wrap="none" lIns="91440" tIns="45720" rIns="0" bIns="82296" rtlCol="0" anchor="ctr"/>
          <a:lstStyle>
            <a:lvl1pPr algn="r">
              <a:defRPr sz="1867" b="1" i="0">
                <a:solidFill>
                  <a:srgbClr val="FEFEFE"/>
                </a:solidFill>
                <a:latin typeface="+mj-lt"/>
              </a:defRPr>
            </a:lvl1pPr>
          </a:lstStyle>
          <a:p>
            <a:fld id="{3A707DD9-E92B-45E8-BE0A-E6B2EDF345EB}" type="slidenum">
              <a:rPr lang="en-US" smtClean="0"/>
              <a:pPr/>
              <a:t>‹#›</a:t>
            </a:fld>
            <a:endParaRPr lang="en-US"/>
          </a:p>
        </p:txBody>
      </p:sp>
      <p:cxnSp>
        <p:nvCxnSpPr>
          <p:cNvPr id="5" name="Straight Connector 4">
            <a:extLst>
              <a:ext uri="{FF2B5EF4-FFF2-40B4-BE49-F238E27FC236}">
                <a16:creationId xmlns:a16="http://schemas.microsoft.com/office/drawing/2014/main" id="{03040C60-A39E-8442-A520-BA092303AC98}"/>
              </a:ext>
            </a:extLst>
          </p:cNvPr>
          <p:cNvCxnSpPr/>
          <p:nvPr/>
        </p:nvCxnSpPr>
        <p:spPr>
          <a:xfrm flipV="1">
            <a:off x="7981952" y="937625"/>
            <a:ext cx="0" cy="5497895"/>
          </a:xfrm>
          <a:prstGeom prst="line">
            <a:avLst/>
          </a:prstGeo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6" name="Picture Placeholder 8">
            <a:extLst>
              <a:ext uri="{FF2B5EF4-FFF2-40B4-BE49-F238E27FC236}">
                <a16:creationId xmlns:a16="http://schemas.microsoft.com/office/drawing/2014/main" id="{21FF28FE-B84E-5D44-B6A6-4B55087B1239}"/>
              </a:ext>
            </a:extLst>
          </p:cNvPr>
          <p:cNvSpPr>
            <a:spLocks noGrp="1"/>
          </p:cNvSpPr>
          <p:nvPr>
            <p:ph type="pic" sz="quarter" idx="11" hasCustomPrompt="1"/>
          </p:nvPr>
        </p:nvSpPr>
        <p:spPr>
          <a:xfrm>
            <a:off x="0" y="948969"/>
            <a:ext cx="7981952" cy="5453324"/>
          </a:xfrm>
        </p:spPr>
        <p:txBody>
          <a:bodyPr anchor="ctr">
            <a:normAutofit/>
          </a:bodyPr>
          <a:lstStyle>
            <a:lvl1pPr marL="0" indent="0" algn="ctr">
              <a:buNone/>
              <a:defRPr sz="2133"/>
            </a:lvl1pPr>
          </a:lstStyle>
          <a:p>
            <a:r>
              <a:rPr lang="en-US"/>
              <a:t>Please add picture here</a:t>
            </a:r>
          </a:p>
          <a:p>
            <a:endParaRPr lang="en-US"/>
          </a:p>
          <a:p>
            <a:endParaRPr lang="en-US"/>
          </a:p>
        </p:txBody>
      </p:sp>
      <p:sp>
        <p:nvSpPr>
          <p:cNvPr id="7" name="Shape 920">
            <a:extLst>
              <a:ext uri="{FF2B5EF4-FFF2-40B4-BE49-F238E27FC236}">
                <a16:creationId xmlns:a16="http://schemas.microsoft.com/office/drawing/2014/main" id="{D1A5E50C-7A92-6F49-870C-2507B203D755}"/>
              </a:ext>
            </a:extLst>
          </p:cNvPr>
          <p:cNvSpPr/>
          <p:nvPr/>
        </p:nvSpPr>
        <p:spPr>
          <a:xfrm>
            <a:off x="7981952" y="948969"/>
            <a:ext cx="4210048" cy="691457"/>
          </a:xfrm>
          <a:prstGeom prst="rect">
            <a:avLst/>
          </a:prstGeom>
          <a:solidFill>
            <a:schemeClr val="accent2"/>
          </a:solidFill>
          <a:ln w="12700">
            <a:miter lim="400000"/>
          </a:ln>
          <a:extLst>
            <a:ext uri="{C572A759-6A51-4108-AA02-DFA0A04FC94B}">
              <ma14:wrappingTextBoxFlag xmlns="" xmlns:ma14="http://schemas.microsoft.com/office/mac/drawingml/2011/main" val="1"/>
            </a:ext>
          </a:extLst>
        </p:spPr>
        <p:txBody>
          <a:bodyPr wrap="square" lIns="0" tIns="38100" rIns="0" bIns="38100" anchor="ctr">
            <a:noAutofit/>
          </a:bodyPr>
          <a:lstStyle/>
          <a:p>
            <a:pPr marR="31750" indent="31750" algn="ctr" defTabSz="412746">
              <a:lnSpc>
                <a:spcPct val="90000"/>
              </a:lnSpc>
              <a:defRPr sz="2800" cap="all">
                <a:solidFill>
                  <a:srgbClr val="FFFFFF"/>
                </a:solidFill>
                <a:latin typeface="Oswald DemiBold"/>
                <a:ea typeface="Oswald DemiBold"/>
                <a:cs typeface="Oswald DemiBold"/>
                <a:sym typeface="Oswald DemiBold"/>
              </a:defRPr>
            </a:pPr>
            <a:endParaRPr sz="1600" b="1" kern="0" cap="all" spc="133">
              <a:solidFill>
                <a:srgbClr val="FFFFFF"/>
              </a:solidFill>
              <a:latin typeface="Calibri" charset="0"/>
              <a:ea typeface="Calibri" charset="0"/>
              <a:cs typeface="Calibri" charset="0"/>
              <a:sym typeface="Oswald DemiBold"/>
            </a:endParaRPr>
          </a:p>
        </p:txBody>
      </p:sp>
      <p:sp>
        <p:nvSpPr>
          <p:cNvPr id="9" name="Title Placeholder 1">
            <a:extLst>
              <a:ext uri="{FF2B5EF4-FFF2-40B4-BE49-F238E27FC236}">
                <a16:creationId xmlns:a16="http://schemas.microsoft.com/office/drawing/2014/main" id="{D86B7237-6AD3-844E-9A6E-C3E0C1013AD4}"/>
              </a:ext>
            </a:extLst>
          </p:cNvPr>
          <p:cNvSpPr>
            <a:spLocks noGrp="1"/>
          </p:cNvSpPr>
          <p:nvPr>
            <p:ph type="body" sz="quarter" idx="12" hasCustomPrompt="1"/>
          </p:nvPr>
        </p:nvSpPr>
        <p:spPr>
          <a:xfrm>
            <a:off x="7981950" y="1025995"/>
            <a:ext cx="4210049" cy="585216"/>
          </a:xfrm>
          <a:noFill/>
          <a:ln>
            <a:noFill/>
          </a:ln>
        </p:spPr>
        <p:txBody>
          <a:bodyPr wrap="none" lIns="91440" tIns="0" rIns="91440" bIns="0" anchor="ctr">
            <a:noAutofit/>
          </a:bodyPr>
          <a:lstStyle>
            <a:lvl1pPr marL="0" indent="0" algn="ctr">
              <a:buNone/>
              <a:defRPr sz="1600" b="1" i="0" cap="all" spc="267" baseline="0">
                <a:solidFill>
                  <a:schemeClr val="bg1"/>
                </a:solidFill>
              </a:defRPr>
            </a:lvl1pPr>
            <a:lvl2pPr marL="609585" indent="0">
              <a:buNone/>
              <a:defRPr b="1" i="0" cap="all" spc="267" baseline="0"/>
            </a:lvl2pPr>
            <a:lvl3pPr marL="1219170" indent="0">
              <a:buNone/>
              <a:defRPr b="1" i="0" cap="all" spc="267" baseline="0"/>
            </a:lvl3pPr>
            <a:lvl4pPr marL="1828754" indent="0">
              <a:buNone/>
              <a:defRPr b="1" i="0" cap="all" spc="267" baseline="0"/>
            </a:lvl4pPr>
            <a:lvl5pPr marL="2438339" indent="0">
              <a:buFont typeface="Arial" panose="020B0604020202020204" pitchFamily="34" charset="0"/>
              <a:buNone/>
              <a:defRPr b="1" i="0" cap="all" spc="267" baseline="0"/>
            </a:lvl5pPr>
          </a:lstStyle>
          <a:p>
            <a:pPr lvl="0"/>
            <a:r>
              <a:rPr lang="en-US"/>
              <a:t>ADD TITILE HERE</a:t>
            </a:r>
          </a:p>
        </p:txBody>
      </p:sp>
      <p:sp>
        <p:nvSpPr>
          <p:cNvPr id="10" name="Content Placeholder 5">
            <a:extLst>
              <a:ext uri="{FF2B5EF4-FFF2-40B4-BE49-F238E27FC236}">
                <a16:creationId xmlns:a16="http://schemas.microsoft.com/office/drawing/2014/main" id="{94328E10-B013-0A4C-A50C-6D1D6CFD70B7}"/>
              </a:ext>
            </a:extLst>
          </p:cNvPr>
          <p:cNvSpPr>
            <a:spLocks noGrp="1"/>
          </p:cNvSpPr>
          <p:nvPr>
            <p:ph sz="quarter" idx="10" hasCustomPrompt="1"/>
          </p:nvPr>
        </p:nvSpPr>
        <p:spPr>
          <a:xfrm>
            <a:off x="8257618" y="2363052"/>
            <a:ext cx="3541837" cy="4072467"/>
          </a:xfrm>
        </p:spPr>
        <p:txBody>
          <a:bodyPr/>
          <a:lstStyle>
            <a:lvl1pPr marL="0" marR="0" indent="0" algn="l" defTabSz="1219170" rtl="0" eaLnBrk="1" fontAlgn="auto" latinLnBrk="0" hangingPunct="1">
              <a:lnSpc>
                <a:spcPts val="1973"/>
              </a:lnSpc>
              <a:spcBef>
                <a:spcPts val="352"/>
              </a:spcBef>
              <a:spcAft>
                <a:spcPts val="400"/>
              </a:spcAft>
              <a:buClrTx/>
              <a:buSzTx/>
              <a:buFont typeface="Arial" panose="020B0604020202020204" pitchFamily="34" charset="0"/>
              <a:buNone/>
              <a:tabLst/>
              <a:defRPr sz="1200">
                <a:latin typeface="+mj-lt"/>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Etiam</a:t>
            </a:r>
            <a:r>
              <a:rPr lang="en-US"/>
              <a:t> </a:t>
            </a:r>
            <a:r>
              <a:rPr lang="en-US" err="1"/>
              <a:t>lacinia</a:t>
            </a:r>
            <a:r>
              <a:rPr lang="en-US"/>
              <a:t>, </a:t>
            </a:r>
            <a:r>
              <a:rPr lang="en-US" err="1"/>
              <a:t>diam</a:t>
            </a:r>
            <a:r>
              <a:rPr lang="en-US"/>
              <a:t> </a:t>
            </a:r>
            <a:r>
              <a:rPr lang="en-US" err="1"/>
              <a:t>eget</a:t>
            </a:r>
            <a:r>
              <a:rPr lang="en-US"/>
              <a:t> </a:t>
            </a:r>
            <a:r>
              <a:rPr lang="en-US" err="1"/>
              <a:t>lobortis</a:t>
            </a:r>
            <a:r>
              <a:rPr lang="en-US"/>
              <a:t> </a:t>
            </a:r>
            <a:r>
              <a:rPr lang="en-US" err="1"/>
              <a:t>aliquet</a:t>
            </a:r>
            <a:r>
              <a:rPr lang="en-US"/>
              <a:t>, lacus lorem </a:t>
            </a:r>
            <a:r>
              <a:rPr lang="en-US" err="1"/>
              <a:t>placerat</a:t>
            </a:r>
            <a:r>
              <a:rPr lang="en-US"/>
              <a:t> libero, </a:t>
            </a:r>
            <a:r>
              <a:rPr lang="en-US" err="1"/>
              <a:t>nec</a:t>
            </a:r>
            <a:r>
              <a:rPr lang="en-US"/>
              <a:t> </a:t>
            </a:r>
            <a:r>
              <a:rPr lang="en-US" err="1"/>
              <a:t>vulputate</a:t>
            </a:r>
            <a:r>
              <a:rPr lang="en-US"/>
              <a:t> </a:t>
            </a:r>
            <a:br>
              <a:rPr lang="en-US"/>
            </a:br>
            <a:r>
              <a:rPr lang="en-US" err="1"/>
              <a:t>est</a:t>
            </a:r>
            <a:r>
              <a:rPr lang="en-US"/>
              <a:t> </a:t>
            </a:r>
            <a:r>
              <a:rPr lang="en-US" err="1"/>
              <a:t>mauris</a:t>
            </a:r>
            <a:r>
              <a:rPr lang="en-US"/>
              <a:t> et </a:t>
            </a:r>
            <a:r>
              <a:rPr lang="en-US" err="1"/>
              <a:t>turpis</a:t>
            </a:r>
            <a:r>
              <a:rPr lang="en-US"/>
              <a:t>. </a:t>
            </a:r>
            <a:r>
              <a:rPr lang="en-US" err="1"/>
              <a:t>Suspendisse</a:t>
            </a:r>
            <a:r>
              <a:rPr lang="en-US"/>
              <a:t> </a:t>
            </a:r>
            <a:r>
              <a:rPr lang="en-US" err="1"/>
              <a:t>eleifend</a:t>
            </a:r>
            <a:r>
              <a:rPr lang="en-US"/>
              <a:t> </a:t>
            </a:r>
            <a:r>
              <a:rPr lang="en-US" err="1"/>
              <a:t>ornare</a:t>
            </a:r>
            <a:r>
              <a:rPr lang="en-US"/>
              <a:t> </a:t>
            </a:r>
            <a:r>
              <a:rPr lang="en-US" err="1"/>
              <a:t>diam</a:t>
            </a:r>
            <a:r>
              <a:rPr lang="en-US"/>
              <a:t> sit </a:t>
            </a:r>
            <a:r>
              <a:rPr lang="en-US" err="1"/>
              <a:t>amet</a:t>
            </a:r>
            <a:r>
              <a:rPr lang="en-US"/>
              <a:t> </a:t>
            </a:r>
            <a:r>
              <a:rPr lang="en-US" err="1"/>
              <a:t>facilisis</a:t>
            </a:r>
            <a:r>
              <a:rPr lang="en-US"/>
              <a:t>. Nunc lacus </a:t>
            </a:r>
            <a:r>
              <a:rPr lang="en-US" err="1"/>
              <a:t>mauris</a:t>
            </a:r>
            <a:r>
              <a:rPr lang="en-US"/>
              <a:t>, </a:t>
            </a:r>
            <a:r>
              <a:rPr lang="en-US" err="1"/>
              <a:t>sagittis</a:t>
            </a:r>
            <a:r>
              <a:rPr lang="en-US"/>
              <a:t> in </a:t>
            </a:r>
            <a:r>
              <a:rPr lang="en-US" err="1"/>
              <a:t>tortor</a:t>
            </a:r>
            <a:r>
              <a:rPr lang="en-US"/>
              <a:t> a, </a:t>
            </a:r>
            <a:r>
              <a:rPr lang="en-US" err="1"/>
              <a:t>scelerisque</a:t>
            </a:r>
            <a:r>
              <a:rPr lang="en-US"/>
              <a:t> </a:t>
            </a:r>
            <a:r>
              <a:rPr lang="en-US" err="1"/>
              <a:t>feugiat</a:t>
            </a:r>
            <a:r>
              <a:rPr lang="en-US"/>
              <a:t> </a:t>
            </a:r>
            <a:r>
              <a:rPr lang="en-US" err="1"/>
              <a:t>velit</a:t>
            </a:r>
            <a:r>
              <a:rPr lang="en-US"/>
              <a:t>. </a:t>
            </a:r>
          </a:p>
          <a:p>
            <a:pPr lvl="0"/>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p>
          <a:p>
            <a:pPr marL="228594" marR="0" lvl="0" indent="-228594" algn="l" defTabSz="1219170" rtl="0" eaLnBrk="1" fontAlgn="auto" latinLnBrk="0" hangingPunct="1">
              <a:lnSpc>
                <a:spcPts val="1973"/>
              </a:lnSpc>
              <a:spcBef>
                <a:spcPts val="352"/>
              </a:spcBef>
              <a:spcAft>
                <a:spcPts val="400"/>
              </a:spcAft>
              <a:buClrTx/>
              <a:buSzTx/>
              <a:buFont typeface="Arial" panose="020B0604020202020204" pitchFamily="34" charset="0"/>
              <a:buChar char="•"/>
              <a:tabLst/>
              <a:defRPr/>
            </a:pPr>
            <a:r>
              <a:rPr lang="en-US" err="1"/>
              <a:t>Nullam</a:t>
            </a:r>
            <a:r>
              <a:rPr lang="en-US"/>
              <a:t> sit </a:t>
            </a:r>
            <a:r>
              <a:rPr lang="en-US" err="1"/>
              <a:t>amet</a:t>
            </a:r>
            <a:r>
              <a:rPr lang="en-US"/>
              <a:t> </a:t>
            </a:r>
            <a:r>
              <a:rPr lang="en-US" err="1"/>
              <a:t>lobortis</a:t>
            </a:r>
            <a:r>
              <a:rPr lang="en-US"/>
              <a:t> </a:t>
            </a:r>
            <a:r>
              <a:rPr lang="en-US" err="1"/>
              <a:t>urna</a:t>
            </a:r>
            <a:r>
              <a:rPr lang="en-US"/>
              <a:t>. </a:t>
            </a:r>
            <a:r>
              <a:rPr lang="en-US" err="1"/>
              <a:t>Aenean</a:t>
            </a:r>
            <a:r>
              <a:rPr lang="en-US"/>
              <a:t> </a:t>
            </a:r>
            <a:r>
              <a:rPr lang="en-US" err="1"/>
              <a:t>auctor</a:t>
            </a:r>
            <a:r>
              <a:rPr lang="en-US"/>
              <a:t> ligula </a:t>
            </a:r>
            <a:r>
              <a:rPr lang="en-US" err="1"/>
              <a:t>feugiat</a:t>
            </a:r>
            <a:r>
              <a:rPr lang="en-US"/>
              <a:t>, </a:t>
            </a:r>
            <a:r>
              <a:rPr lang="en-US" err="1"/>
              <a:t>tempor</a:t>
            </a:r>
            <a:r>
              <a:rPr lang="en-US"/>
              <a:t> </a:t>
            </a:r>
            <a:r>
              <a:rPr lang="en-US" err="1"/>
              <a:t>diam</a:t>
            </a:r>
            <a:r>
              <a:rPr lang="en-US"/>
              <a:t> non, </a:t>
            </a:r>
            <a:r>
              <a:rPr lang="en-US" err="1"/>
              <a:t>viverra</a:t>
            </a:r>
            <a:r>
              <a:rPr lang="en-US"/>
              <a:t> </a:t>
            </a:r>
            <a:r>
              <a:rPr lang="en-US" err="1"/>
              <a:t>eros</a:t>
            </a:r>
            <a:r>
              <a:rPr lang="en-US"/>
              <a:t>. </a:t>
            </a:r>
            <a:r>
              <a:rPr lang="en-US" err="1"/>
              <a:t>Morbi</a:t>
            </a:r>
            <a:r>
              <a:rPr lang="en-US"/>
              <a:t> </a:t>
            </a:r>
            <a:r>
              <a:rPr lang="en-US" err="1"/>
              <a:t>hendrerit</a:t>
            </a:r>
            <a:r>
              <a:rPr lang="en-US"/>
              <a:t> </a:t>
            </a:r>
            <a:r>
              <a:rPr lang="en-US" err="1"/>
              <a:t>egestas</a:t>
            </a:r>
            <a:r>
              <a:rPr lang="en-US"/>
              <a:t> </a:t>
            </a:r>
            <a:r>
              <a:rPr lang="en-US" err="1"/>
              <a:t>nunc</a:t>
            </a:r>
            <a:r>
              <a:rPr lang="en-US"/>
              <a:t> vitae </a:t>
            </a:r>
            <a:r>
              <a:rPr lang="en-US" err="1"/>
              <a:t>commodo</a:t>
            </a:r>
            <a:r>
              <a:rPr lang="en-US"/>
              <a:t>. </a:t>
            </a:r>
            <a:r>
              <a:rPr lang="en-US" err="1"/>
              <a:t>Vestibulum</a:t>
            </a:r>
            <a:r>
              <a:rPr lang="en-US"/>
              <a:t> </a:t>
            </a:r>
            <a:r>
              <a:rPr lang="en-US" err="1"/>
              <a:t>pulvinar</a:t>
            </a:r>
            <a:r>
              <a:rPr lang="en-US"/>
              <a:t> nisi at </a:t>
            </a:r>
            <a:r>
              <a:rPr lang="en-US" err="1"/>
              <a:t>sollicitudin</a:t>
            </a:r>
            <a:r>
              <a:rPr lang="en-US"/>
              <a:t> </a:t>
            </a:r>
            <a:r>
              <a:rPr lang="en-US" err="1"/>
              <a:t>placerat</a:t>
            </a:r>
            <a:r>
              <a:rPr lang="en-US"/>
              <a:t>. </a:t>
            </a:r>
          </a:p>
        </p:txBody>
      </p:sp>
      <p:sp>
        <p:nvSpPr>
          <p:cNvPr id="11" name="Text Placeholder 4">
            <a:extLst>
              <a:ext uri="{FF2B5EF4-FFF2-40B4-BE49-F238E27FC236}">
                <a16:creationId xmlns:a16="http://schemas.microsoft.com/office/drawing/2014/main" id="{ABD56F5B-8455-0345-910E-53CDD8476F9B}"/>
              </a:ext>
            </a:extLst>
          </p:cNvPr>
          <p:cNvSpPr>
            <a:spLocks noGrp="1"/>
          </p:cNvSpPr>
          <p:nvPr>
            <p:ph type="body" sz="quarter" idx="13" hasCustomPrompt="1"/>
          </p:nvPr>
        </p:nvSpPr>
        <p:spPr>
          <a:xfrm>
            <a:off x="8257618" y="1905852"/>
            <a:ext cx="3541837" cy="457200"/>
          </a:xfrm>
        </p:spPr>
        <p:txBody>
          <a:bodyPr wrap="none" bIns="0">
            <a:noAutofit/>
          </a:bodyPr>
          <a:lstStyle>
            <a:lvl1pPr marL="0" indent="0">
              <a:spcBef>
                <a:spcPts val="384"/>
              </a:spcBef>
              <a:buNone/>
              <a:defRPr sz="1600" b="1" i="0" cap="all" spc="267" baseline="0">
                <a:solidFill>
                  <a:schemeClr val="accent2"/>
                </a:solidFill>
              </a:defRPr>
            </a:lvl1pPr>
          </a:lstStyle>
          <a:p>
            <a:pPr lvl="0"/>
            <a:r>
              <a:rPr lang="en-US"/>
              <a:t>Highlight goes here</a:t>
            </a:r>
          </a:p>
        </p:txBody>
      </p:sp>
    </p:spTree>
    <p:extLst>
      <p:ext uri="{BB962C8B-B14F-4D97-AF65-F5344CB8AC3E}">
        <p14:creationId xmlns:p14="http://schemas.microsoft.com/office/powerpoint/2010/main" val="377414460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Slide Number Placeholder 1"/>
          <p:cNvSpPr>
            <a:spLocks noGrp="1"/>
          </p:cNvSpPr>
          <p:nvPr>
            <p:ph type="sldNum" sz="quarter" idx="4"/>
          </p:nvPr>
        </p:nvSpPr>
        <p:spPr>
          <a:xfrm>
            <a:off x="9884588" y="6435519"/>
            <a:ext cx="1831163" cy="422483"/>
          </a:xfrm>
          <a:prstGeom prst="rect">
            <a:avLst/>
          </a:prstGeom>
        </p:spPr>
        <p:txBody>
          <a:bodyPr vert="horz" wrap="none" lIns="91440" tIns="45720" rIns="0" bIns="82296" rtlCol="0" anchor="ctr"/>
          <a:lstStyle>
            <a:lvl1pPr algn="r">
              <a:defRPr sz="1867"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36023513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reaker - EPAM Blu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74606" y="2404304"/>
            <a:ext cx="7442791" cy="1626909"/>
          </a:xfrm>
          <a:ln w="6350">
            <a:solidFill>
              <a:schemeClr val="bg1"/>
            </a:solidFill>
          </a:ln>
        </p:spPr>
        <p:txBody>
          <a:bodyPr/>
          <a:lstStyle>
            <a:lvl1pPr algn="ctr">
              <a:lnSpc>
                <a:spcPct val="100000"/>
              </a:lnSpc>
              <a:spcBef>
                <a:spcPts val="507"/>
              </a:spcBef>
              <a:spcAft>
                <a:spcPts val="400"/>
              </a:spcAft>
              <a:defRPr sz="2133" b="1" spc="267" baseline="0">
                <a:latin typeface="+mn-lt"/>
              </a:defRPr>
            </a:lvl1pPr>
          </a:lstStyle>
          <a:p>
            <a:r>
              <a:rPr lang="en-US" dirty="0"/>
              <a:t>Please add BREAKER SLIDE TITLE HERE</a:t>
            </a:r>
            <a:br>
              <a:rPr lang="en-US" dirty="0"/>
            </a:br>
            <a:r>
              <a:rPr lang="en-US" dirty="0"/>
              <a:t>Please add SECOND LINE OF TITLE HERE</a:t>
            </a:r>
          </a:p>
        </p:txBody>
      </p:sp>
    </p:spTree>
    <p:extLst>
      <p:ext uri="{BB962C8B-B14F-4D97-AF65-F5344CB8AC3E}">
        <p14:creationId xmlns:p14="http://schemas.microsoft.com/office/powerpoint/2010/main" val="11202439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reaker - Bright Blu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74606" y="2404304"/>
            <a:ext cx="7442791" cy="1626909"/>
          </a:xfrm>
          <a:ln w="6350">
            <a:solidFill>
              <a:schemeClr val="bg1"/>
            </a:solidFill>
          </a:ln>
        </p:spPr>
        <p:txBody>
          <a:bodyPr/>
          <a:lstStyle>
            <a:lvl1pPr algn="ctr">
              <a:lnSpc>
                <a:spcPct val="100000"/>
              </a:lnSpc>
              <a:spcBef>
                <a:spcPts val="507"/>
              </a:spcBef>
              <a:spcAft>
                <a:spcPts val="400"/>
              </a:spcAft>
              <a:defRPr sz="2133" b="1" spc="267" baseline="0"/>
            </a:lvl1pPr>
          </a:lstStyle>
          <a:p>
            <a:r>
              <a:rPr lang="en-US" dirty="0"/>
              <a:t>Please add BREAKER SLIDE TITLE HERE</a:t>
            </a:r>
            <a:br>
              <a:rPr lang="en-US" dirty="0"/>
            </a:br>
            <a:r>
              <a:rPr lang="en-US" dirty="0"/>
              <a:t>Please add SECOND LINE OF TITLE HERE</a:t>
            </a:r>
          </a:p>
        </p:txBody>
      </p:sp>
    </p:spTree>
    <p:extLst>
      <p:ext uri="{BB962C8B-B14F-4D97-AF65-F5344CB8AC3E}">
        <p14:creationId xmlns:p14="http://schemas.microsoft.com/office/powerpoint/2010/main" val="103267774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reaker - Lime Green">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74606" y="2404304"/>
            <a:ext cx="7442791" cy="1626909"/>
          </a:xfrm>
          <a:ln w="6350">
            <a:solidFill>
              <a:schemeClr val="bg1"/>
            </a:solidFill>
          </a:ln>
        </p:spPr>
        <p:txBody>
          <a:bodyPr/>
          <a:lstStyle>
            <a:lvl1pPr algn="ctr">
              <a:lnSpc>
                <a:spcPct val="100000"/>
              </a:lnSpc>
              <a:spcBef>
                <a:spcPts val="507"/>
              </a:spcBef>
              <a:spcAft>
                <a:spcPts val="400"/>
              </a:spcAft>
              <a:defRPr sz="2133" b="1" spc="267" baseline="0"/>
            </a:lvl1pPr>
          </a:lstStyle>
          <a:p>
            <a:r>
              <a:rPr lang="en-US" dirty="0"/>
              <a:t>Please add BREAKER SLIDE TITLE HERE</a:t>
            </a:r>
            <a:br>
              <a:rPr lang="en-US" dirty="0"/>
            </a:br>
            <a:r>
              <a:rPr lang="en-US" dirty="0"/>
              <a:t>Please add SECOND LINE OF TITLE HERE</a:t>
            </a:r>
          </a:p>
        </p:txBody>
      </p:sp>
    </p:spTree>
    <p:extLst>
      <p:ext uri="{BB962C8B-B14F-4D97-AF65-F5344CB8AC3E}">
        <p14:creationId xmlns:p14="http://schemas.microsoft.com/office/powerpoint/2010/main" val="57234302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reaker - Coral">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74606" y="2404304"/>
            <a:ext cx="7442791" cy="1626909"/>
          </a:xfrm>
          <a:ln w="6350">
            <a:solidFill>
              <a:schemeClr val="bg1"/>
            </a:solidFill>
          </a:ln>
        </p:spPr>
        <p:txBody>
          <a:bodyPr/>
          <a:lstStyle>
            <a:lvl1pPr algn="ctr">
              <a:lnSpc>
                <a:spcPct val="100000"/>
              </a:lnSpc>
              <a:spcBef>
                <a:spcPts val="507"/>
              </a:spcBef>
              <a:spcAft>
                <a:spcPts val="400"/>
              </a:spcAft>
              <a:defRPr sz="2133" b="1" spc="267" baseline="0"/>
            </a:lvl1pPr>
          </a:lstStyle>
          <a:p>
            <a:r>
              <a:rPr lang="en-US" dirty="0"/>
              <a:t>Please add BREAKER SLIDE TITLE HERE</a:t>
            </a:r>
            <a:br>
              <a:rPr lang="en-US" dirty="0"/>
            </a:br>
            <a:r>
              <a:rPr lang="en-US" dirty="0"/>
              <a:t>Please add SECOND LINE OF TITLE HERE</a:t>
            </a:r>
          </a:p>
        </p:txBody>
      </p:sp>
    </p:spTree>
    <p:extLst>
      <p:ext uri="{BB962C8B-B14F-4D97-AF65-F5344CB8AC3E}">
        <p14:creationId xmlns:p14="http://schemas.microsoft.com/office/powerpoint/2010/main" val="37023538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5.emf"/><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5.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image" Target="../media/image5.emf"/><Relationship Id="rId5" Type="http://schemas.openxmlformats.org/officeDocument/2006/relationships/theme" Target="../theme/theme6.xml"/><Relationship Id="rId4" Type="http://schemas.openxmlformats.org/officeDocument/2006/relationships/slideLayout" Target="../slideLayouts/slideLayout32.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38.xml"/><Relationship Id="rId2" Type="http://schemas.openxmlformats.org/officeDocument/2006/relationships/slideLayout" Target="../slideLayouts/slideLayout37.xml"/><Relationship Id="rId1" Type="http://schemas.openxmlformats.org/officeDocument/2006/relationships/slideLayout" Target="../slideLayouts/slideLayout36.xml"/><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slideLayout" Target="../slideLayouts/slideLayout40.xml"/><Relationship Id="rId1" Type="http://schemas.openxmlformats.org/officeDocument/2006/relationships/slideLayout" Target="../slideLayouts/slideLayout39.xml"/><Relationship Id="rId4"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image" Target="../media/image5.emf"/><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theme" Target="../theme/theme10.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s>
</file>

<file path=ppt/slideMasters/_rels/slideMaster11.xml.rels><?xml version="1.0" encoding="UTF-8" standalone="yes"?>
<Relationships xmlns="http://schemas.openxmlformats.org/package/2006/relationships"><Relationship Id="rId3" Type="http://schemas.openxmlformats.org/officeDocument/2006/relationships/slideLayout" Target="../slideLayouts/slideLayout60.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image" Target="../media/image5.emf"/><Relationship Id="rId5" Type="http://schemas.openxmlformats.org/officeDocument/2006/relationships/theme" Target="../theme/theme11.xml"/><Relationship Id="rId4"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5416663"/>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40" r:id="rId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708621" y="1883221"/>
            <a:ext cx="5754624" cy="1895904"/>
          </a:xfrm>
          <a:prstGeom prst="rect">
            <a:avLst/>
          </a:prstGeom>
        </p:spPr>
        <p:txBody>
          <a:bodyPr vert="horz" lIns="0" tIns="0" rIns="0" bIns="0" rtlCol="0" anchor="t" anchorCtr="0">
            <a:noAutofit/>
          </a:bodyPr>
          <a:lstStyle/>
          <a:p>
            <a:r>
              <a:rPr lang="en-US" dirty="0"/>
              <a:t>Click to add title here</a:t>
            </a:r>
          </a:p>
        </p:txBody>
      </p:sp>
      <p:sp>
        <p:nvSpPr>
          <p:cNvPr id="4" name="Date Placeholder 3"/>
          <p:cNvSpPr>
            <a:spLocks noGrp="1"/>
          </p:cNvSpPr>
          <p:nvPr userDrawn="1">
            <p:ph type="dt" sz="half" idx="2"/>
          </p:nvPr>
        </p:nvSpPr>
        <p:spPr>
          <a:xfrm>
            <a:off x="834128" y="5125025"/>
            <a:ext cx="2593768" cy="532608"/>
          </a:xfrm>
          <a:prstGeom prst="rect">
            <a:avLst/>
          </a:prstGeom>
          <a:ln>
            <a:solidFill>
              <a:schemeClr val="bg1"/>
            </a:solidFill>
          </a:ln>
        </p:spPr>
        <p:txBody>
          <a:bodyPr vert="horz" lIns="182880" tIns="91440" rIns="182880" bIns="0" rtlCol="0" anchor="ctr" anchorCtr="0"/>
          <a:lstStyle>
            <a:lvl1pPr algn="l">
              <a:defRPr sz="1200" b="1" cap="all" baseline="0">
                <a:solidFill>
                  <a:schemeClr val="bg1"/>
                </a:solidFill>
              </a:defRPr>
            </a:lvl1pPr>
          </a:lstStyle>
          <a:p>
            <a:endParaRPr lang="en-US" dirty="0"/>
          </a:p>
        </p:txBody>
      </p:sp>
    </p:spTree>
    <p:extLst>
      <p:ext uri="{BB962C8B-B14F-4D97-AF65-F5344CB8AC3E}">
        <p14:creationId xmlns:p14="http://schemas.microsoft.com/office/powerpoint/2010/main" val="1761877413"/>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Lst>
  <p:hf hdr="0" ftr="0" dt="0"/>
  <p:txStyles>
    <p:titleStyle>
      <a:lvl1pPr algn="l" defTabSz="685783" rtl="0" eaLnBrk="1" latinLnBrk="0" hangingPunct="1">
        <a:lnSpc>
          <a:spcPct val="90000"/>
        </a:lnSpc>
        <a:spcBef>
          <a:spcPct val="0"/>
        </a:spcBef>
        <a:buNone/>
        <a:defRPr sz="4800" kern="1200" baseline="0">
          <a:solidFill>
            <a:schemeClr val="bg1"/>
          </a:solidFill>
          <a:latin typeface="+mj-lt"/>
          <a:ea typeface="+mj-ea"/>
          <a:cs typeface="+mj-cs"/>
        </a:defRPr>
      </a:lvl1pPr>
    </p:titleStyle>
    <p:bodyStyle>
      <a:lvl1pPr marL="0" indent="0" algn="l" defTabSz="685783" rtl="0" eaLnBrk="1" latinLnBrk="0" hangingPunct="1">
        <a:lnSpc>
          <a:spcPct val="90000"/>
        </a:lnSpc>
        <a:spcBef>
          <a:spcPts val="750"/>
        </a:spcBef>
        <a:buFont typeface="Arial" panose="020B0604020202020204" pitchFamily="34" charset="0"/>
        <a:buNone/>
        <a:defRPr sz="1600" b="1" kern="1200" baseline="0">
          <a:solidFill>
            <a:schemeClr val="bg1"/>
          </a:solidFill>
          <a:latin typeface="+mn-lt"/>
          <a:ea typeface="+mn-ea"/>
          <a:cs typeface="+mn-cs"/>
        </a:defRPr>
      </a:lvl1pPr>
      <a:lvl2pPr marL="342892" indent="0" algn="l" defTabSz="685783"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2pPr>
      <a:lvl3pPr marL="685783" indent="0" algn="l" defTabSz="685783"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3pPr>
      <a:lvl4pPr marL="1028675" indent="0" algn="l" defTabSz="685783"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4pPr>
      <a:lvl5pPr marL="1371566" indent="0" algn="l" defTabSz="685783"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4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8621" y="1883221"/>
            <a:ext cx="5754624" cy="1895904"/>
          </a:xfrm>
          <a:prstGeom prst="rect">
            <a:avLst/>
          </a:prstGeom>
        </p:spPr>
        <p:txBody>
          <a:bodyPr vert="horz" lIns="0" tIns="0" rIns="0" bIns="0" rtlCol="0" anchor="t" anchorCtr="0">
            <a:noAutofit/>
          </a:bodyPr>
          <a:lstStyle/>
          <a:p>
            <a:r>
              <a:rPr lang="en-US" dirty="0"/>
              <a:t>Click to add title here</a:t>
            </a:r>
          </a:p>
        </p:txBody>
      </p:sp>
      <p:sp>
        <p:nvSpPr>
          <p:cNvPr id="4" name="Date Placeholder 3"/>
          <p:cNvSpPr>
            <a:spLocks noGrp="1"/>
          </p:cNvSpPr>
          <p:nvPr>
            <p:ph type="dt" sz="half" idx="2"/>
          </p:nvPr>
        </p:nvSpPr>
        <p:spPr>
          <a:xfrm>
            <a:off x="834128" y="5125025"/>
            <a:ext cx="2593768" cy="532608"/>
          </a:xfrm>
          <a:prstGeom prst="rect">
            <a:avLst/>
          </a:prstGeom>
          <a:ln>
            <a:solidFill>
              <a:schemeClr val="bg1"/>
            </a:solidFill>
          </a:ln>
        </p:spPr>
        <p:txBody>
          <a:bodyPr vert="horz" lIns="182880" tIns="91440" rIns="182880" bIns="0" rtlCol="0" anchor="ctr" anchorCtr="0"/>
          <a:lstStyle>
            <a:lvl1pPr algn="l">
              <a:defRPr sz="1200" b="1" cap="all" baseline="0">
                <a:solidFill>
                  <a:schemeClr val="bg1"/>
                </a:solidFill>
              </a:defRPr>
            </a:lvl1pPr>
          </a:lstStyle>
          <a:p>
            <a:endParaRPr lang="en-US" dirty="0"/>
          </a:p>
        </p:txBody>
      </p:sp>
    </p:spTree>
    <p:extLst>
      <p:ext uri="{BB962C8B-B14F-4D97-AF65-F5344CB8AC3E}">
        <p14:creationId xmlns:p14="http://schemas.microsoft.com/office/powerpoint/2010/main" val="1275291187"/>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Lst>
  <p:hf hdr="0" dt="0"/>
  <p:txStyles>
    <p:titleStyle>
      <a:lvl1pPr algn="l" defTabSz="685783" rtl="0" eaLnBrk="1" latinLnBrk="0" hangingPunct="1">
        <a:lnSpc>
          <a:spcPct val="90000"/>
        </a:lnSpc>
        <a:spcBef>
          <a:spcPct val="0"/>
        </a:spcBef>
        <a:buNone/>
        <a:defRPr sz="4800" kern="1200" baseline="0">
          <a:solidFill>
            <a:schemeClr val="bg1"/>
          </a:solidFill>
          <a:latin typeface="+mj-lt"/>
          <a:ea typeface="+mj-ea"/>
          <a:cs typeface="+mj-cs"/>
        </a:defRPr>
      </a:lvl1pPr>
    </p:titleStyle>
    <p:bodyStyle>
      <a:lvl1pPr marL="0" indent="0" algn="l" defTabSz="685783" rtl="0" eaLnBrk="1" latinLnBrk="0" hangingPunct="1">
        <a:lnSpc>
          <a:spcPct val="90000"/>
        </a:lnSpc>
        <a:spcBef>
          <a:spcPts val="750"/>
        </a:spcBef>
        <a:buFont typeface="Arial" panose="020B0604020202020204" pitchFamily="34" charset="0"/>
        <a:buNone/>
        <a:defRPr sz="1600" b="1" kern="1200" baseline="0">
          <a:solidFill>
            <a:schemeClr val="bg1"/>
          </a:solidFill>
          <a:latin typeface="+mn-lt"/>
          <a:ea typeface="+mn-ea"/>
          <a:cs typeface="+mn-cs"/>
        </a:defRPr>
      </a:lvl1pPr>
      <a:lvl2pPr marL="342892" indent="0" algn="l" defTabSz="685783"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2pPr>
      <a:lvl3pPr marL="685783" indent="0" algn="l" defTabSz="685783"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3pPr>
      <a:lvl4pPr marL="1028675" indent="0" algn="l" defTabSz="685783"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4pPr>
      <a:lvl5pPr marL="1371566" indent="0" algn="l" defTabSz="685783"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48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8621" y="1883221"/>
            <a:ext cx="5754624" cy="1895904"/>
          </a:xfrm>
          <a:prstGeom prst="rect">
            <a:avLst/>
          </a:prstGeom>
        </p:spPr>
        <p:txBody>
          <a:bodyPr vert="horz" lIns="0" tIns="0" rIns="0" bIns="0" rtlCol="0" anchor="t" anchorCtr="0">
            <a:noAutofit/>
          </a:bodyPr>
          <a:lstStyle/>
          <a:p>
            <a:r>
              <a:rPr lang="en-US" dirty="0"/>
              <a:t>Click to add title here</a:t>
            </a:r>
          </a:p>
        </p:txBody>
      </p:sp>
      <p:sp>
        <p:nvSpPr>
          <p:cNvPr id="4" name="Date Placeholder 3"/>
          <p:cNvSpPr>
            <a:spLocks noGrp="1"/>
          </p:cNvSpPr>
          <p:nvPr>
            <p:ph type="dt" sz="half" idx="2"/>
          </p:nvPr>
        </p:nvSpPr>
        <p:spPr>
          <a:xfrm>
            <a:off x="834128" y="5125025"/>
            <a:ext cx="2593768" cy="532608"/>
          </a:xfrm>
          <a:prstGeom prst="rect">
            <a:avLst/>
          </a:prstGeom>
          <a:ln>
            <a:solidFill>
              <a:schemeClr val="bg1"/>
            </a:solidFill>
          </a:ln>
        </p:spPr>
        <p:txBody>
          <a:bodyPr vert="horz" lIns="182880" tIns="91440" rIns="182880" bIns="0" rtlCol="0" anchor="ctr" anchorCtr="0"/>
          <a:lstStyle>
            <a:lvl1pPr algn="l">
              <a:defRPr sz="1200" b="1" cap="all" baseline="0">
                <a:solidFill>
                  <a:schemeClr val="bg1"/>
                </a:solidFill>
              </a:defRPr>
            </a:lvl1pPr>
          </a:lstStyle>
          <a:p>
            <a:endParaRPr lang="en-US" dirty="0"/>
          </a:p>
        </p:txBody>
      </p:sp>
      <p:sp>
        <p:nvSpPr>
          <p:cNvPr id="5" name="Title Placeholder 1">
            <a:extLst>
              <a:ext uri="{FF2B5EF4-FFF2-40B4-BE49-F238E27FC236}">
                <a16:creationId xmlns:a16="http://schemas.microsoft.com/office/drawing/2014/main" id="{62EB100F-5287-4B8A-B183-A966AA22D8CE}"/>
              </a:ext>
            </a:extLst>
          </p:cNvPr>
          <p:cNvSpPr>
            <a:spLocks noGrp="1"/>
          </p:cNvSpPr>
          <p:nvPr>
            <p:ph type="title"/>
          </p:nvPr>
        </p:nvSpPr>
        <p:spPr>
          <a:xfrm>
            <a:off x="708621" y="1883221"/>
            <a:ext cx="5754624" cy="1895904"/>
          </a:xfrm>
          <a:prstGeom prst="rect">
            <a:avLst/>
          </a:prstGeom>
        </p:spPr>
        <p:txBody>
          <a:bodyPr vert="horz" lIns="0" tIns="0" rIns="0" bIns="0" rtlCol="0" anchor="t" anchorCtr="0">
            <a:noAutofit/>
          </a:bodyPr>
          <a:lstStyle/>
          <a:p>
            <a:r>
              <a:rPr lang="en-US" dirty="0"/>
              <a:t>Click to add title here</a:t>
            </a:r>
          </a:p>
        </p:txBody>
      </p:sp>
      <p:sp>
        <p:nvSpPr>
          <p:cNvPr id="6" name="Date Placeholder 3">
            <a:extLst>
              <a:ext uri="{FF2B5EF4-FFF2-40B4-BE49-F238E27FC236}">
                <a16:creationId xmlns:a16="http://schemas.microsoft.com/office/drawing/2014/main" id="{A11D8D69-C0EE-42A0-A68C-8443FE09D04E}"/>
              </a:ext>
            </a:extLst>
          </p:cNvPr>
          <p:cNvSpPr>
            <a:spLocks noGrp="1"/>
          </p:cNvSpPr>
          <p:nvPr>
            <p:ph type="dt" sz="half" idx="2"/>
          </p:nvPr>
        </p:nvSpPr>
        <p:spPr>
          <a:xfrm>
            <a:off x="834128" y="5125025"/>
            <a:ext cx="2593768" cy="532608"/>
          </a:xfrm>
          <a:prstGeom prst="rect">
            <a:avLst/>
          </a:prstGeom>
          <a:ln>
            <a:solidFill>
              <a:schemeClr val="bg1"/>
            </a:solidFill>
          </a:ln>
        </p:spPr>
        <p:txBody>
          <a:bodyPr vert="horz" lIns="182880" tIns="91440" rIns="182880" bIns="0" rtlCol="0" anchor="ctr" anchorCtr="0"/>
          <a:lstStyle>
            <a:lvl1pPr algn="l">
              <a:defRPr sz="1200" b="1" cap="all" baseline="0">
                <a:solidFill>
                  <a:schemeClr val="bg1"/>
                </a:solidFill>
              </a:defRPr>
            </a:lvl1pPr>
          </a:lstStyle>
          <a:p>
            <a:endParaRPr lang="en-US" dirty="0"/>
          </a:p>
        </p:txBody>
      </p:sp>
    </p:spTree>
    <p:extLst>
      <p:ext uri="{BB962C8B-B14F-4D97-AF65-F5344CB8AC3E}">
        <p14:creationId xmlns:p14="http://schemas.microsoft.com/office/powerpoint/2010/main" val="2765240341"/>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Lst>
  <p:hf sldNum="0" hdr="0" dt="0"/>
  <p:txStyles>
    <p:titleStyle>
      <a:lvl1pPr algn="l" defTabSz="685800" rtl="0" eaLnBrk="1" latinLnBrk="0" hangingPunct="1">
        <a:lnSpc>
          <a:spcPct val="90000"/>
        </a:lnSpc>
        <a:spcBef>
          <a:spcPct val="0"/>
        </a:spcBef>
        <a:buNone/>
        <a:defRPr sz="4800" kern="1200" baseline="0">
          <a:solidFill>
            <a:schemeClr val="bg1"/>
          </a:solidFill>
          <a:latin typeface="+mj-lt"/>
          <a:ea typeface="+mj-ea"/>
          <a:cs typeface="+mj-cs"/>
        </a:defRPr>
      </a:lvl1pPr>
    </p:titleStyle>
    <p:bodyStyle>
      <a:lvl1pPr marL="0" indent="0" algn="l" defTabSz="685800" rtl="0" eaLnBrk="1" latinLnBrk="0" hangingPunct="1">
        <a:lnSpc>
          <a:spcPct val="90000"/>
        </a:lnSpc>
        <a:spcBef>
          <a:spcPts val="750"/>
        </a:spcBef>
        <a:buFont typeface="Arial" panose="020B0604020202020204" pitchFamily="34" charset="0"/>
        <a:buNone/>
        <a:defRPr sz="1600" b="1" kern="1200" baseline="0">
          <a:solidFill>
            <a:schemeClr val="bg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48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6435520"/>
            <a:ext cx="12192000" cy="422483"/>
          </a:xfrm>
          <a:prstGeom prst="rect">
            <a:avLst/>
          </a:prstGeom>
          <a:solidFill>
            <a:srgbClr val="133C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 name="Text Placeholder 2"/>
          <p:cNvSpPr>
            <a:spLocks noGrp="1"/>
          </p:cNvSpPr>
          <p:nvPr>
            <p:ph type="body" idx="1"/>
          </p:nvPr>
        </p:nvSpPr>
        <p:spPr>
          <a:xfrm>
            <a:off x="480488" y="1439334"/>
            <a:ext cx="11235265" cy="4529667"/>
          </a:xfrm>
          <a:prstGeom prst="rect">
            <a:avLst/>
          </a:prstGeom>
        </p:spPr>
        <p:txBody>
          <a:bodyPr vert="horz" lIns="0" tIns="0" rIns="0" bIns="0" rtlCol="0">
            <a:noAutofit/>
          </a:body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lvl="1"/>
            <a:r>
              <a:rPr lang="en-US" dirty="0"/>
              <a:t>Second</a:t>
            </a:r>
          </a:p>
          <a:p>
            <a:pPr lvl="2"/>
            <a:r>
              <a:rPr lang="en-US" dirty="0"/>
              <a:t>third</a:t>
            </a:r>
          </a:p>
          <a:p>
            <a:pPr lvl="3"/>
            <a:r>
              <a:rPr lang="en-US" dirty="0"/>
              <a:t>fourth</a:t>
            </a:r>
          </a:p>
        </p:txBody>
      </p:sp>
      <p:pic>
        <p:nvPicPr>
          <p:cNvPr id="8" name="Picture 7"/>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480485" y="6549298"/>
            <a:ext cx="627880" cy="222635"/>
          </a:xfrm>
          <a:prstGeom prst="rect">
            <a:avLst/>
          </a:prstGeom>
        </p:spPr>
      </p:pic>
      <p:sp>
        <p:nvSpPr>
          <p:cNvPr id="4" name="Title Placeholder 3"/>
          <p:cNvSpPr>
            <a:spLocks noGrp="1"/>
          </p:cNvSpPr>
          <p:nvPr>
            <p:ph type="title"/>
          </p:nvPr>
        </p:nvSpPr>
        <p:spPr>
          <a:xfrm>
            <a:off x="480488" y="304800"/>
            <a:ext cx="11235265" cy="402336"/>
          </a:xfrm>
          <a:prstGeom prst="rect">
            <a:avLst/>
          </a:prstGeom>
        </p:spPr>
        <p:txBody>
          <a:bodyPr vert="horz" wrap="none" lIns="0" tIns="45720" rIns="0" bIns="45720" rtlCol="0" anchor="ctr">
            <a:noAutofit/>
          </a:bodyPr>
          <a:lstStyle/>
          <a:p>
            <a:r>
              <a:rPr lang="en-US" dirty="0"/>
              <a:t>Please Add Slide Headline Here</a:t>
            </a:r>
          </a:p>
        </p:txBody>
      </p:sp>
      <p:sp>
        <p:nvSpPr>
          <p:cNvPr id="9" name="Slide Number Placeholder 1"/>
          <p:cNvSpPr>
            <a:spLocks noGrp="1"/>
          </p:cNvSpPr>
          <p:nvPr>
            <p:ph type="sldNum" sz="quarter" idx="4"/>
          </p:nvPr>
        </p:nvSpPr>
        <p:spPr>
          <a:xfrm>
            <a:off x="9884588" y="6435520"/>
            <a:ext cx="1831163" cy="422483"/>
          </a:xfrm>
          <a:prstGeom prst="rect">
            <a:avLst/>
          </a:prstGeom>
        </p:spPr>
        <p:txBody>
          <a:bodyPr vert="horz" wrap="none" lIns="91440" tIns="45720" rIns="0" bIns="82296" rtlCol="0" anchor="ctr"/>
          <a:lstStyle>
            <a:lvl1pPr algn="r">
              <a:defRPr sz="1400"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283738646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Lst>
  <p:hf hdr="0" ftr="0" dt="0"/>
  <p:txStyles>
    <p:titleStyle>
      <a:lvl1pPr algn="l" defTabSz="914400" rtl="0" eaLnBrk="1" latinLnBrk="0" hangingPunct="1">
        <a:lnSpc>
          <a:spcPct val="100000"/>
        </a:lnSpc>
        <a:spcBef>
          <a:spcPct val="0"/>
        </a:spcBef>
        <a:buNone/>
        <a:defRPr sz="2000" kern="1200" cap="none" spc="100" baseline="0">
          <a:solidFill>
            <a:schemeClr val="tx1"/>
          </a:solidFill>
          <a:latin typeface="+mj-lt"/>
          <a:ea typeface="+mj-ea"/>
          <a:cs typeface="+mj-cs"/>
        </a:defRPr>
      </a:lvl1pPr>
    </p:titleStyle>
    <p:bodyStyle>
      <a:lvl1pPr marL="171450" indent="-171450" algn="l" defTabSz="914400" rtl="0" eaLnBrk="1" latinLnBrk="0" hangingPunct="1">
        <a:lnSpc>
          <a:spcPts val="1600"/>
        </a:lnSpc>
        <a:spcBef>
          <a:spcPts val="264"/>
        </a:spcBef>
        <a:spcAft>
          <a:spcPts val="300"/>
        </a:spcAft>
        <a:buFont typeface="Arial" panose="020B0604020202020204" pitchFamily="34" charset="0"/>
        <a:buChar char="•"/>
        <a:defRPr sz="1100" kern="1200">
          <a:solidFill>
            <a:schemeClr val="tx1"/>
          </a:solidFill>
          <a:latin typeface="+mn-lt"/>
          <a:ea typeface="+mn-ea"/>
          <a:cs typeface="+mn-cs"/>
        </a:defRPr>
      </a:lvl1pPr>
      <a:lvl2pPr marL="6286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userDrawn="1">
          <p15:clr>
            <a:srgbClr val="F26B43"/>
          </p15:clr>
        </p15:guide>
        <p15:guide id="2" orient="horz" pos="338" userDrawn="1">
          <p15:clr>
            <a:srgbClr val="F26B43"/>
          </p15:clr>
        </p15:guide>
        <p15:guide id="3" orient="horz" pos="680" userDrawn="1">
          <p15:clr>
            <a:srgbClr val="F26B43"/>
          </p15:clr>
        </p15:guide>
        <p15:guide id="4" orient="horz" pos="2820" userDrawn="1">
          <p15:clr>
            <a:srgbClr val="F26B43"/>
          </p15:clr>
        </p15:guide>
        <p15:guide id="5" pos="301" userDrawn="1">
          <p15:clr>
            <a:srgbClr val="F26B43"/>
          </p15:clr>
        </p15:guide>
        <p15:guide id="6" pos="7380" userDrawn="1">
          <p15:clr>
            <a:srgbClr val="F26B43"/>
          </p15:clr>
        </p15:guide>
        <p15:guide id="7" orient="horz" pos="896" userDrawn="1">
          <p15:clr>
            <a:srgbClr val="F26B43"/>
          </p15:clr>
        </p15:guide>
        <p15:guide id="8" pos="3648" userDrawn="1">
          <p15:clr>
            <a:srgbClr val="F26B43"/>
          </p15:clr>
        </p15:guide>
        <p15:guide id="9" pos="4032" userDrawn="1">
          <p15:clr>
            <a:srgbClr val="F26B43"/>
          </p15:clr>
        </p15:guide>
        <p15:guide id="10" orient="horz" pos="3036" userDrawn="1">
          <p15:clr>
            <a:srgbClr val="F26B43"/>
          </p15:clr>
        </p15:guide>
        <p15:guide id="11" orient="horz" pos="3084" userDrawn="1">
          <p15:clr>
            <a:srgbClr val="F26B43"/>
          </p15:clr>
        </p15:guide>
        <p15:guide id="12" orient="horz" pos="318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74607" y="2404305"/>
            <a:ext cx="7442791" cy="1626909"/>
          </a:xfrm>
          <a:prstGeom prst="rect">
            <a:avLst/>
          </a:prstGeom>
        </p:spPr>
        <p:txBody>
          <a:bodyPr vert="horz" wrap="square" lIns="91440" tIns="45720" rIns="91440" bIns="45720" rtlCol="0" anchor="ctr">
            <a:noAutofit/>
          </a:bodyPr>
          <a:lstStyle/>
          <a:p>
            <a:pPr algn="ctr"/>
            <a:endParaRPr lang="en-US" sz="4400" b="1" spc="200" dirty="0">
              <a:solidFill>
                <a:schemeClr val="bg1"/>
              </a:solidFill>
              <a:latin typeface="Calibri" charset="0"/>
              <a:ea typeface="Calibri" charset="0"/>
              <a:cs typeface="Calibri" charset="0"/>
            </a:endParaRPr>
          </a:p>
        </p:txBody>
      </p:sp>
      <p:sp>
        <p:nvSpPr>
          <p:cNvPr id="7" name="Rectangle 6"/>
          <p:cNvSpPr/>
          <p:nvPr/>
        </p:nvSpPr>
        <p:spPr>
          <a:xfrm>
            <a:off x="0" y="6435520"/>
            <a:ext cx="12192000" cy="422483"/>
          </a:xfrm>
          <a:prstGeom prst="rect">
            <a:avLst/>
          </a:prstGeom>
          <a:solidFill>
            <a:schemeClr val="accent1">
              <a:lumMod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8" name="Picture 7"/>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80485" y="6549298"/>
            <a:ext cx="627880" cy="222635"/>
          </a:xfrm>
          <a:prstGeom prst="rect">
            <a:avLst/>
          </a:prstGeom>
        </p:spPr>
      </p:pic>
    </p:spTree>
    <p:extLst>
      <p:ext uri="{BB962C8B-B14F-4D97-AF65-F5344CB8AC3E}">
        <p14:creationId xmlns:p14="http://schemas.microsoft.com/office/powerpoint/2010/main" val="2071172099"/>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Lst>
  <p:hf hdr="0" ftr="0" dt="0"/>
  <p:txStyles>
    <p:titleStyle>
      <a:lvl1pPr algn="l" defTabSz="914400" rtl="0" eaLnBrk="1" latinLnBrk="0" hangingPunct="1">
        <a:lnSpc>
          <a:spcPct val="90000"/>
        </a:lnSpc>
        <a:spcBef>
          <a:spcPct val="0"/>
        </a:spcBef>
        <a:buNone/>
        <a:defRPr sz="4000" kern="1200" cap="all" baseline="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708621" y="1883221"/>
            <a:ext cx="5754624" cy="1895904"/>
          </a:xfrm>
          <a:prstGeom prst="rect">
            <a:avLst/>
          </a:prstGeom>
        </p:spPr>
        <p:txBody>
          <a:bodyPr vert="horz" lIns="0" tIns="0" rIns="0" bIns="0" rtlCol="0" anchor="t" anchorCtr="0">
            <a:noAutofit/>
          </a:bodyPr>
          <a:lstStyle/>
          <a:p>
            <a:r>
              <a:rPr lang="en-US" dirty="0"/>
              <a:t>Click to add title here</a:t>
            </a:r>
          </a:p>
        </p:txBody>
      </p:sp>
      <p:sp>
        <p:nvSpPr>
          <p:cNvPr id="4" name="Date Placeholder 3"/>
          <p:cNvSpPr>
            <a:spLocks noGrp="1"/>
          </p:cNvSpPr>
          <p:nvPr userDrawn="1">
            <p:ph type="dt" sz="half" idx="2"/>
          </p:nvPr>
        </p:nvSpPr>
        <p:spPr>
          <a:xfrm>
            <a:off x="834128" y="5125025"/>
            <a:ext cx="2593768" cy="532608"/>
          </a:xfrm>
          <a:prstGeom prst="rect">
            <a:avLst/>
          </a:prstGeom>
          <a:ln>
            <a:solidFill>
              <a:schemeClr val="bg1"/>
            </a:solidFill>
          </a:ln>
        </p:spPr>
        <p:txBody>
          <a:bodyPr vert="horz" lIns="182880" tIns="91440" rIns="182880" bIns="0" rtlCol="0" anchor="ctr" anchorCtr="0"/>
          <a:lstStyle>
            <a:lvl1pPr algn="l">
              <a:defRPr sz="1600" b="1" cap="all" baseline="0">
                <a:solidFill>
                  <a:schemeClr val="bg1"/>
                </a:solidFill>
              </a:defRPr>
            </a:lvl1pPr>
          </a:lstStyle>
          <a:p>
            <a:endParaRPr lang="en-US" dirty="0"/>
          </a:p>
        </p:txBody>
      </p:sp>
    </p:spTree>
    <p:extLst>
      <p:ext uri="{BB962C8B-B14F-4D97-AF65-F5344CB8AC3E}">
        <p14:creationId xmlns:p14="http://schemas.microsoft.com/office/powerpoint/2010/main" val="157804918"/>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Lst>
  <p:hf hdr="0" ftr="0" dt="0"/>
  <p:txStyles>
    <p:titleStyle>
      <a:lvl1pPr algn="l" defTabSz="914377" rtl="0" eaLnBrk="1" latinLnBrk="0" hangingPunct="1">
        <a:lnSpc>
          <a:spcPct val="90000"/>
        </a:lnSpc>
        <a:spcBef>
          <a:spcPct val="0"/>
        </a:spcBef>
        <a:buNone/>
        <a:defRPr sz="6400" kern="1200" baseline="0">
          <a:solidFill>
            <a:schemeClr val="bg1"/>
          </a:solidFill>
          <a:latin typeface="+mj-lt"/>
          <a:ea typeface="+mj-ea"/>
          <a:cs typeface="+mj-cs"/>
        </a:defRPr>
      </a:lvl1pPr>
    </p:titleStyle>
    <p:bodyStyle>
      <a:lvl1pPr marL="0" indent="0" algn="l" defTabSz="914377" rtl="0" eaLnBrk="1" latinLnBrk="0" hangingPunct="1">
        <a:lnSpc>
          <a:spcPct val="90000"/>
        </a:lnSpc>
        <a:spcBef>
          <a:spcPts val="1000"/>
        </a:spcBef>
        <a:buFont typeface="Arial" panose="020B0604020202020204" pitchFamily="34" charset="0"/>
        <a:buNone/>
        <a:defRPr sz="2133" b="1" kern="1200" baseline="0">
          <a:solidFill>
            <a:schemeClr val="bg1"/>
          </a:solidFill>
          <a:latin typeface="+mn-lt"/>
          <a:ea typeface="+mn-ea"/>
          <a:cs typeface="+mn-cs"/>
        </a:defRPr>
      </a:lvl1pPr>
      <a:lvl2pPr marL="457189" indent="0" algn="l" defTabSz="914377" rtl="0" eaLnBrk="1" latinLnBrk="0" hangingPunct="1">
        <a:lnSpc>
          <a:spcPct val="90000"/>
        </a:lnSpc>
        <a:spcBef>
          <a:spcPts val="500"/>
        </a:spcBef>
        <a:buFont typeface="Arial" panose="020B0604020202020204" pitchFamily="34" charset="0"/>
        <a:buNone/>
        <a:defRPr sz="2133" kern="1200">
          <a:solidFill>
            <a:schemeClr val="tx1"/>
          </a:solidFill>
          <a:latin typeface="+mn-lt"/>
          <a:ea typeface="+mn-ea"/>
          <a:cs typeface="+mn-cs"/>
        </a:defRPr>
      </a:lvl2pPr>
      <a:lvl3pPr marL="914377" indent="0" algn="l" defTabSz="914377" rtl="0" eaLnBrk="1" latinLnBrk="0" hangingPunct="1">
        <a:lnSpc>
          <a:spcPct val="90000"/>
        </a:lnSpc>
        <a:spcBef>
          <a:spcPts val="500"/>
        </a:spcBef>
        <a:buFont typeface="Arial" panose="020B0604020202020204" pitchFamily="34" charset="0"/>
        <a:buNone/>
        <a:defRPr sz="2133" kern="1200">
          <a:solidFill>
            <a:schemeClr val="tx1"/>
          </a:solidFill>
          <a:latin typeface="+mn-lt"/>
          <a:ea typeface="+mn-ea"/>
          <a:cs typeface="+mn-cs"/>
        </a:defRPr>
      </a:lvl3pPr>
      <a:lvl4pPr marL="1371566" indent="0" algn="l" defTabSz="914377" rtl="0" eaLnBrk="1" latinLnBrk="0" hangingPunct="1">
        <a:lnSpc>
          <a:spcPct val="90000"/>
        </a:lnSpc>
        <a:spcBef>
          <a:spcPts val="500"/>
        </a:spcBef>
        <a:buFont typeface="Arial" panose="020B0604020202020204" pitchFamily="34" charset="0"/>
        <a:buNone/>
        <a:defRPr sz="2133" kern="1200">
          <a:solidFill>
            <a:schemeClr val="tx1"/>
          </a:solidFill>
          <a:latin typeface="+mn-lt"/>
          <a:ea typeface="+mn-ea"/>
          <a:cs typeface="+mn-cs"/>
        </a:defRPr>
      </a:lvl4pPr>
      <a:lvl5pPr marL="1828754" indent="0" algn="l" defTabSz="914377" rtl="0" eaLnBrk="1" latinLnBrk="0" hangingPunct="1">
        <a:lnSpc>
          <a:spcPct val="90000"/>
        </a:lnSpc>
        <a:spcBef>
          <a:spcPts val="500"/>
        </a:spcBef>
        <a:buFont typeface="Arial" panose="020B0604020202020204" pitchFamily="34" charset="0"/>
        <a:buNone/>
        <a:defRPr sz="2133"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8621" y="1883221"/>
            <a:ext cx="5754624" cy="1895904"/>
          </a:xfrm>
          <a:prstGeom prst="rect">
            <a:avLst/>
          </a:prstGeom>
        </p:spPr>
        <p:txBody>
          <a:bodyPr vert="horz" lIns="0" tIns="0" rIns="0" bIns="0" rtlCol="0" anchor="t" anchorCtr="0">
            <a:noAutofit/>
          </a:bodyPr>
          <a:lstStyle/>
          <a:p>
            <a:r>
              <a:rPr lang="en-US" dirty="0"/>
              <a:t>Click to add title here</a:t>
            </a:r>
          </a:p>
        </p:txBody>
      </p:sp>
      <p:sp>
        <p:nvSpPr>
          <p:cNvPr id="4" name="Date Placeholder 3"/>
          <p:cNvSpPr>
            <a:spLocks noGrp="1"/>
          </p:cNvSpPr>
          <p:nvPr>
            <p:ph type="dt" sz="half" idx="2"/>
          </p:nvPr>
        </p:nvSpPr>
        <p:spPr>
          <a:xfrm>
            <a:off x="834128" y="5125025"/>
            <a:ext cx="2593768" cy="532608"/>
          </a:xfrm>
          <a:prstGeom prst="rect">
            <a:avLst/>
          </a:prstGeom>
          <a:ln>
            <a:solidFill>
              <a:schemeClr val="bg1"/>
            </a:solidFill>
          </a:ln>
        </p:spPr>
        <p:txBody>
          <a:bodyPr vert="horz" lIns="182880" tIns="91440" rIns="182880" bIns="0" rtlCol="0" anchor="ctr" anchorCtr="0"/>
          <a:lstStyle>
            <a:lvl1pPr algn="l">
              <a:defRPr sz="1600" b="1" cap="all" baseline="0">
                <a:solidFill>
                  <a:schemeClr val="bg1"/>
                </a:solidFill>
              </a:defRPr>
            </a:lvl1pPr>
          </a:lstStyle>
          <a:p>
            <a:endParaRPr lang="en-US" dirty="0"/>
          </a:p>
        </p:txBody>
      </p:sp>
    </p:spTree>
    <p:extLst>
      <p:ext uri="{BB962C8B-B14F-4D97-AF65-F5344CB8AC3E}">
        <p14:creationId xmlns:p14="http://schemas.microsoft.com/office/powerpoint/2010/main" val="4275349602"/>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Lst>
  <p:hf hdr="0" dt="0"/>
  <p:txStyles>
    <p:titleStyle>
      <a:lvl1pPr algn="l" defTabSz="914377" rtl="0" eaLnBrk="1" latinLnBrk="0" hangingPunct="1">
        <a:lnSpc>
          <a:spcPct val="90000"/>
        </a:lnSpc>
        <a:spcBef>
          <a:spcPct val="0"/>
        </a:spcBef>
        <a:buNone/>
        <a:defRPr sz="6400" kern="1200" baseline="0">
          <a:solidFill>
            <a:schemeClr val="bg1"/>
          </a:solidFill>
          <a:latin typeface="+mj-lt"/>
          <a:ea typeface="+mj-ea"/>
          <a:cs typeface="+mj-cs"/>
        </a:defRPr>
      </a:lvl1pPr>
    </p:titleStyle>
    <p:bodyStyle>
      <a:lvl1pPr marL="0" indent="0" algn="l" defTabSz="914377" rtl="0" eaLnBrk="1" latinLnBrk="0" hangingPunct="1">
        <a:lnSpc>
          <a:spcPct val="90000"/>
        </a:lnSpc>
        <a:spcBef>
          <a:spcPts val="1000"/>
        </a:spcBef>
        <a:buFont typeface="Arial" panose="020B0604020202020204" pitchFamily="34" charset="0"/>
        <a:buNone/>
        <a:defRPr sz="2133" b="1" kern="1200" baseline="0">
          <a:solidFill>
            <a:schemeClr val="bg1"/>
          </a:solidFill>
          <a:latin typeface="+mn-lt"/>
          <a:ea typeface="+mn-ea"/>
          <a:cs typeface="+mn-cs"/>
        </a:defRPr>
      </a:lvl1pPr>
      <a:lvl2pPr marL="457189" indent="0" algn="l" defTabSz="914377" rtl="0" eaLnBrk="1" latinLnBrk="0" hangingPunct="1">
        <a:lnSpc>
          <a:spcPct val="90000"/>
        </a:lnSpc>
        <a:spcBef>
          <a:spcPts val="500"/>
        </a:spcBef>
        <a:buFont typeface="Arial" panose="020B0604020202020204" pitchFamily="34" charset="0"/>
        <a:buNone/>
        <a:defRPr sz="2133" kern="1200">
          <a:solidFill>
            <a:schemeClr val="tx1"/>
          </a:solidFill>
          <a:latin typeface="+mn-lt"/>
          <a:ea typeface="+mn-ea"/>
          <a:cs typeface="+mn-cs"/>
        </a:defRPr>
      </a:lvl2pPr>
      <a:lvl3pPr marL="914377" indent="0" algn="l" defTabSz="914377" rtl="0" eaLnBrk="1" latinLnBrk="0" hangingPunct="1">
        <a:lnSpc>
          <a:spcPct val="90000"/>
        </a:lnSpc>
        <a:spcBef>
          <a:spcPts val="500"/>
        </a:spcBef>
        <a:buFont typeface="Arial" panose="020B0604020202020204" pitchFamily="34" charset="0"/>
        <a:buNone/>
        <a:defRPr sz="2133" kern="1200">
          <a:solidFill>
            <a:schemeClr val="tx1"/>
          </a:solidFill>
          <a:latin typeface="+mn-lt"/>
          <a:ea typeface="+mn-ea"/>
          <a:cs typeface="+mn-cs"/>
        </a:defRPr>
      </a:lvl3pPr>
      <a:lvl4pPr marL="1371566" indent="0" algn="l" defTabSz="914377" rtl="0" eaLnBrk="1" latinLnBrk="0" hangingPunct="1">
        <a:lnSpc>
          <a:spcPct val="90000"/>
        </a:lnSpc>
        <a:spcBef>
          <a:spcPts val="500"/>
        </a:spcBef>
        <a:buFont typeface="Arial" panose="020B0604020202020204" pitchFamily="34" charset="0"/>
        <a:buNone/>
        <a:defRPr sz="2133" kern="1200">
          <a:solidFill>
            <a:schemeClr val="tx1"/>
          </a:solidFill>
          <a:latin typeface="+mn-lt"/>
          <a:ea typeface="+mn-ea"/>
          <a:cs typeface="+mn-cs"/>
        </a:defRPr>
      </a:lvl4pPr>
      <a:lvl5pPr marL="1828754" indent="0" algn="l" defTabSz="914377" rtl="0" eaLnBrk="1" latinLnBrk="0" hangingPunct="1">
        <a:lnSpc>
          <a:spcPct val="90000"/>
        </a:lnSpc>
        <a:spcBef>
          <a:spcPts val="500"/>
        </a:spcBef>
        <a:buFont typeface="Arial" panose="020B0604020202020204" pitchFamily="34" charset="0"/>
        <a:buNone/>
        <a:defRPr sz="2133"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0">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8621" y="1883221"/>
            <a:ext cx="5754624" cy="1895904"/>
          </a:xfrm>
          <a:prstGeom prst="rect">
            <a:avLst/>
          </a:prstGeom>
        </p:spPr>
        <p:txBody>
          <a:bodyPr vert="horz" lIns="0" tIns="0" rIns="0" bIns="0" rtlCol="0" anchor="t" anchorCtr="0">
            <a:noAutofit/>
          </a:bodyPr>
          <a:lstStyle/>
          <a:p>
            <a:r>
              <a:rPr lang="en-US" dirty="0"/>
              <a:t>Click to add title here</a:t>
            </a:r>
          </a:p>
        </p:txBody>
      </p:sp>
      <p:sp>
        <p:nvSpPr>
          <p:cNvPr id="4" name="Date Placeholder 3"/>
          <p:cNvSpPr>
            <a:spLocks noGrp="1"/>
          </p:cNvSpPr>
          <p:nvPr>
            <p:ph type="dt" sz="half" idx="2"/>
          </p:nvPr>
        </p:nvSpPr>
        <p:spPr>
          <a:xfrm>
            <a:off x="834128" y="5125025"/>
            <a:ext cx="2593768" cy="532608"/>
          </a:xfrm>
          <a:prstGeom prst="rect">
            <a:avLst/>
          </a:prstGeom>
          <a:ln>
            <a:solidFill>
              <a:schemeClr val="bg1"/>
            </a:solidFill>
          </a:ln>
        </p:spPr>
        <p:txBody>
          <a:bodyPr vert="horz" lIns="182880" tIns="91440" rIns="182880" bIns="0" rtlCol="0" anchor="ctr" anchorCtr="0"/>
          <a:lstStyle>
            <a:lvl1pPr algn="l">
              <a:defRPr sz="1600" b="1" cap="all" baseline="0">
                <a:solidFill>
                  <a:schemeClr val="bg1"/>
                </a:solidFill>
              </a:defRPr>
            </a:lvl1pPr>
          </a:lstStyle>
          <a:p>
            <a:endParaRPr lang="en-US" dirty="0"/>
          </a:p>
        </p:txBody>
      </p:sp>
      <p:sp>
        <p:nvSpPr>
          <p:cNvPr id="5" name="Title Placeholder 1">
            <a:extLst>
              <a:ext uri="{FF2B5EF4-FFF2-40B4-BE49-F238E27FC236}">
                <a16:creationId xmlns:a16="http://schemas.microsoft.com/office/drawing/2014/main" id="{07702BB8-BCC8-4CC3-A905-7819EABA8D8A}"/>
              </a:ext>
            </a:extLst>
          </p:cNvPr>
          <p:cNvSpPr>
            <a:spLocks noGrp="1"/>
          </p:cNvSpPr>
          <p:nvPr>
            <p:ph type="title"/>
          </p:nvPr>
        </p:nvSpPr>
        <p:spPr>
          <a:xfrm>
            <a:off x="708621" y="1883221"/>
            <a:ext cx="5754624" cy="1895904"/>
          </a:xfrm>
          <a:prstGeom prst="rect">
            <a:avLst/>
          </a:prstGeom>
        </p:spPr>
        <p:txBody>
          <a:bodyPr vert="horz" lIns="0" tIns="0" rIns="0" bIns="0" rtlCol="0" anchor="t" anchorCtr="0">
            <a:noAutofit/>
          </a:bodyPr>
          <a:lstStyle/>
          <a:p>
            <a:r>
              <a:rPr lang="en-US" dirty="0"/>
              <a:t>Click to add title here</a:t>
            </a:r>
          </a:p>
        </p:txBody>
      </p:sp>
      <p:sp>
        <p:nvSpPr>
          <p:cNvPr id="6" name="Date Placeholder 3">
            <a:extLst>
              <a:ext uri="{FF2B5EF4-FFF2-40B4-BE49-F238E27FC236}">
                <a16:creationId xmlns:a16="http://schemas.microsoft.com/office/drawing/2014/main" id="{A0FFA68F-8DE0-4C3F-8627-4D4DB9AEEBBF}"/>
              </a:ext>
            </a:extLst>
          </p:cNvPr>
          <p:cNvSpPr>
            <a:spLocks noGrp="1"/>
          </p:cNvSpPr>
          <p:nvPr>
            <p:ph type="dt" sz="half" idx="2"/>
          </p:nvPr>
        </p:nvSpPr>
        <p:spPr>
          <a:xfrm>
            <a:off x="834128" y="5125025"/>
            <a:ext cx="2593768" cy="532608"/>
          </a:xfrm>
          <a:prstGeom prst="rect">
            <a:avLst/>
          </a:prstGeom>
          <a:ln>
            <a:solidFill>
              <a:schemeClr val="bg1"/>
            </a:solidFill>
          </a:ln>
        </p:spPr>
        <p:txBody>
          <a:bodyPr vert="horz" lIns="182880" tIns="91440" rIns="182880" bIns="0" rtlCol="0" anchor="ctr" anchorCtr="0"/>
          <a:lstStyle>
            <a:lvl1pPr algn="l">
              <a:defRPr sz="1600" b="1" cap="all" baseline="0">
                <a:solidFill>
                  <a:schemeClr val="bg1"/>
                </a:solidFill>
              </a:defRPr>
            </a:lvl1pPr>
          </a:lstStyle>
          <a:p>
            <a:endParaRPr lang="en-US" dirty="0"/>
          </a:p>
        </p:txBody>
      </p:sp>
    </p:spTree>
    <p:extLst>
      <p:ext uri="{BB962C8B-B14F-4D97-AF65-F5344CB8AC3E}">
        <p14:creationId xmlns:p14="http://schemas.microsoft.com/office/powerpoint/2010/main" val="604429053"/>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Lst>
  <p:hf sldNum="0" hdr="0" dt="0"/>
  <p:txStyles>
    <p:titleStyle>
      <a:lvl1pPr algn="l" defTabSz="914377" rtl="0" eaLnBrk="1" latinLnBrk="0" hangingPunct="1">
        <a:lnSpc>
          <a:spcPct val="90000"/>
        </a:lnSpc>
        <a:spcBef>
          <a:spcPct val="0"/>
        </a:spcBef>
        <a:buNone/>
        <a:defRPr sz="6400" kern="1200" baseline="0">
          <a:solidFill>
            <a:schemeClr val="bg1"/>
          </a:solidFill>
          <a:latin typeface="+mj-lt"/>
          <a:ea typeface="+mj-ea"/>
          <a:cs typeface="+mj-cs"/>
        </a:defRPr>
      </a:lvl1pPr>
    </p:titleStyle>
    <p:bodyStyle>
      <a:lvl1pPr marL="0" indent="0" algn="l" defTabSz="914377" rtl="0" eaLnBrk="1" latinLnBrk="0" hangingPunct="1">
        <a:lnSpc>
          <a:spcPct val="90000"/>
        </a:lnSpc>
        <a:spcBef>
          <a:spcPts val="1000"/>
        </a:spcBef>
        <a:buFont typeface="Arial" panose="020B0604020202020204" pitchFamily="34" charset="0"/>
        <a:buNone/>
        <a:defRPr sz="2133" b="1" kern="1200" baseline="0">
          <a:solidFill>
            <a:schemeClr val="bg1"/>
          </a:solidFill>
          <a:latin typeface="+mn-lt"/>
          <a:ea typeface="+mn-ea"/>
          <a:cs typeface="+mn-cs"/>
        </a:defRPr>
      </a:lvl1pPr>
      <a:lvl2pPr marL="457189" indent="0" algn="l" defTabSz="914377" rtl="0" eaLnBrk="1" latinLnBrk="0" hangingPunct="1">
        <a:lnSpc>
          <a:spcPct val="90000"/>
        </a:lnSpc>
        <a:spcBef>
          <a:spcPts val="500"/>
        </a:spcBef>
        <a:buFont typeface="Arial" panose="020B0604020202020204" pitchFamily="34" charset="0"/>
        <a:buNone/>
        <a:defRPr sz="2133" kern="1200">
          <a:solidFill>
            <a:schemeClr val="tx1"/>
          </a:solidFill>
          <a:latin typeface="+mn-lt"/>
          <a:ea typeface="+mn-ea"/>
          <a:cs typeface="+mn-cs"/>
        </a:defRPr>
      </a:lvl2pPr>
      <a:lvl3pPr marL="914377" indent="0" algn="l" defTabSz="914377" rtl="0" eaLnBrk="1" latinLnBrk="0" hangingPunct="1">
        <a:lnSpc>
          <a:spcPct val="90000"/>
        </a:lnSpc>
        <a:spcBef>
          <a:spcPts val="500"/>
        </a:spcBef>
        <a:buFont typeface="Arial" panose="020B0604020202020204" pitchFamily="34" charset="0"/>
        <a:buNone/>
        <a:defRPr sz="2133" kern="1200">
          <a:solidFill>
            <a:schemeClr val="tx1"/>
          </a:solidFill>
          <a:latin typeface="+mn-lt"/>
          <a:ea typeface="+mn-ea"/>
          <a:cs typeface="+mn-cs"/>
        </a:defRPr>
      </a:lvl3pPr>
      <a:lvl4pPr marL="1371566" indent="0" algn="l" defTabSz="914377" rtl="0" eaLnBrk="1" latinLnBrk="0" hangingPunct="1">
        <a:lnSpc>
          <a:spcPct val="90000"/>
        </a:lnSpc>
        <a:spcBef>
          <a:spcPts val="500"/>
        </a:spcBef>
        <a:buFont typeface="Arial" panose="020B0604020202020204" pitchFamily="34" charset="0"/>
        <a:buNone/>
        <a:defRPr sz="2133" kern="1200">
          <a:solidFill>
            <a:schemeClr val="tx1"/>
          </a:solidFill>
          <a:latin typeface="+mn-lt"/>
          <a:ea typeface="+mn-ea"/>
          <a:cs typeface="+mn-cs"/>
        </a:defRPr>
      </a:lvl4pPr>
      <a:lvl5pPr marL="1828754" indent="0" algn="l" defTabSz="914377" rtl="0" eaLnBrk="1" latinLnBrk="0" hangingPunct="1">
        <a:lnSpc>
          <a:spcPct val="90000"/>
        </a:lnSpc>
        <a:spcBef>
          <a:spcPts val="500"/>
        </a:spcBef>
        <a:buFont typeface="Arial" panose="020B0604020202020204" pitchFamily="34" charset="0"/>
        <a:buNone/>
        <a:defRPr sz="2133"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0">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6435519"/>
            <a:ext cx="12192000" cy="422483"/>
          </a:xfrm>
          <a:prstGeom prst="rect">
            <a:avLst/>
          </a:prstGeom>
          <a:solidFill>
            <a:srgbClr val="133C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3" name="Text Placeholder 2"/>
          <p:cNvSpPr>
            <a:spLocks noGrp="1"/>
          </p:cNvSpPr>
          <p:nvPr>
            <p:ph type="body" idx="1"/>
          </p:nvPr>
        </p:nvSpPr>
        <p:spPr>
          <a:xfrm>
            <a:off x="480486" y="1439333"/>
            <a:ext cx="11235265" cy="4529667"/>
          </a:xfrm>
          <a:prstGeom prst="rect">
            <a:avLst/>
          </a:prstGeom>
        </p:spPr>
        <p:txBody>
          <a:bodyPr vert="horz" lIns="0" tIns="0" rIns="0" bIns="0" rtlCol="0">
            <a:noAutofit/>
          </a:body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Etiam</a:t>
            </a:r>
            <a:r>
              <a:rPr lang="en-US" dirty="0"/>
              <a:t> </a:t>
            </a:r>
            <a:r>
              <a:rPr lang="en-US" dirty="0" err="1"/>
              <a:t>lacinia</a:t>
            </a:r>
            <a:r>
              <a:rPr lang="en-US" dirty="0"/>
              <a:t>, </a:t>
            </a:r>
            <a:r>
              <a:rPr lang="en-US" dirty="0" err="1"/>
              <a:t>diam</a:t>
            </a:r>
            <a:r>
              <a:rPr lang="en-US" dirty="0"/>
              <a:t> </a:t>
            </a:r>
            <a:r>
              <a:rPr lang="en-US" dirty="0" err="1"/>
              <a:t>eget</a:t>
            </a:r>
            <a:r>
              <a:rPr lang="en-US" dirty="0"/>
              <a:t> </a:t>
            </a:r>
            <a:r>
              <a:rPr lang="en-US" dirty="0" err="1"/>
              <a:t>lobortis</a:t>
            </a:r>
            <a:r>
              <a:rPr lang="en-US" dirty="0"/>
              <a:t> </a:t>
            </a:r>
            <a:r>
              <a:rPr lang="en-US" dirty="0" err="1"/>
              <a:t>aliquet</a:t>
            </a:r>
            <a:r>
              <a:rPr lang="en-US" dirty="0"/>
              <a:t>, lacus lorem </a:t>
            </a:r>
            <a:r>
              <a:rPr lang="en-US" dirty="0" err="1"/>
              <a:t>placerat</a:t>
            </a:r>
            <a:r>
              <a:rPr lang="en-US" dirty="0"/>
              <a:t> libero, </a:t>
            </a:r>
            <a:r>
              <a:rPr lang="en-US" dirty="0" err="1"/>
              <a:t>nec</a:t>
            </a:r>
            <a:r>
              <a:rPr lang="en-US" dirty="0"/>
              <a:t> </a:t>
            </a:r>
            <a:r>
              <a:rPr lang="en-US" dirty="0" err="1"/>
              <a:t>vulputate</a:t>
            </a:r>
            <a:r>
              <a:rPr lang="en-US" dirty="0"/>
              <a:t> </a:t>
            </a:r>
            <a:br>
              <a:rPr lang="en-US" dirty="0"/>
            </a:br>
            <a:r>
              <a:rPr lang="en-US" dirty="0" err="1"/>
              <a:t>est</a:t>
            </a:r>
            <a:r>
              <a:rPr lang="en-US" dirty="0"/>
              <a:t> </a:t>
            </a:r>
            <a:r>
              <a:rPr lang="en-US" dirty="0" err="1"/>
              <a:t>mauris</a:t>
            </a:r>
            <a:r>
              <a:rPr lang="en-US" dirty="0"/>
              <a:t> et </a:t>
            </a:r>
            <a:r>
              <a:rPr lang="en-US" dirty="0" err="1"/>
              <a:t>turpis</a:t>
            </a:r>
            <a:r>
              <a:rPr lang="en-US" dirty="0"/>
              <a:t>. </a:t>
            </a:r>
            <a:r>
              <a:rPr lang="en-US" dirty="0" err="1"/>
              <a:t>Suspendisse</a:t>
            </a:r>
            <a:r>
              <a:rPr lang="en-US" dirty="0"/>
              <a:t> </a:t>
            </a:r>
            <a:r>
              <a:rPr lang="en-US" dirty="0" err="1"/>
              <a:t>eleifend</a:t>
            </a:r>
            <a:r>
              <a:rPr lang="en-US" dirty="0"/>
              <a:t> </a:t>
            </a:r>
            <a:r>
              <a:rPr lang="en-US" dirty="0" err="1"/>
              <a:t>ornare</a:t>
            </a:r>
            <a:r>
              <a:rPr lang="en-US" dirty="0"/>
              <a:t> </a:t>
            </a:r>
            <a:r>
              <a:rPr lang="en-US" dirty="0" err="1"/>
              <a:t>diam</a:t>
            </a:r>
            <a:r>
              <a:rPr lang="en-US" dirty="0"/>
              <a:t> sit </a:t>
            </a:r>
            <a:r>
              <a:rPr lang="en-US" dirty="0" err="1"/>
              <a:t>amet</a:t>
            </a:r>
            <a:r>
              <a:rPr lang="en-US" dirty="0"/>
              <a:t> </a:t>
            </a:r>
            <a:r>
              <a:rPr lang="en-US" dirty="0" err="1"/>
              <a:t>facilisis</a:t>
            </a:r>
            <a:r>
              <a:rPr lang="en-US" dirty="0"/>
              <a:t>. Nunc lacus </a:t>
            </a:r>
            <a:r>
              <a:rPr lang="en-US" dirty="0" err="1"/>
              <a:t>mauris</a:t>
            </a:r>
            <a:r>
              <a:rPr lang="en-US" dirty="0"/>
              <a:t>, </a:t>
            </a:r>
            <a:r>
              <a:rPr lang="en-US" dirty="0" err="1"/>
              <a:t>sagittis</a:t>
            </a:r>
            <a:r>
              <a:rPr lang="en-US" dirty="0"/>
              <a:t> in </a:t>
            </a:r>
            <a:r>
              <a:rPr lang="en-US" dirty="0" err="1"/>
              <a:t>tortor</a:t>
            </a:r>
            <a:r>
              <a:rPr lang="en-US" dirty="0"/>
              <a:t> a, </a:t>
            </a:r>
            <a:r>
              <a:rPr lang="en-US" dirty="0" err="1"/>
              <a:t>scelerisque</a:t>
            </a:r>
            <a:r>
              <a:rPr lang="en-US" dirty="0"/>
              <a:t> </a:t>
            </a:r>
            <a:r>
              <a:rPr lang="en-US" dirty="0" err="1"/>
              <a:t>feugiat</a:t>
            </a:r>
            <a:r>
              <a:rPr lang="en-US" dirty="0"/>
              <a:t> </a:t>
            </a:r>
            <a:r>
              <a:rPr lang="en-US" dirty="0" err="1"/>
              <a:t>velit</a:t>
            </a:r>
            <a:r>
              <a:rPr lang="en-US" dirty="0"/>
              <a:t>. </a:t>
            </a:r>
            <a:br>
              <a:rPr lang="en-US" dirty="0"/>
            </a:br>
            <a:r>
              <a:rPr lang="en-US" dirty="0" err="1"/>
              <a:t>Nullam</a:t>
            </a:r>
            <a:r>
              <a:rPr lang="en-US" dirty="0"/>
              <a:t> sit </a:t>
            </a:r>
            <a:r>
              <a:rPr lang="en-US" dirty="0" err="1"/>
              <a:t>amet</a:t>
            </a:r>
            <a:r>
              <a:rPr lang="en-US" dirty="0"/>
              <a:t> </a:t>
            </a:r>
            <a:r>
              <a:rPr lang="en-US" dirty="0" err="1"/>
              <a:t>lobortis</a:t>
            </a:r>
            <a:r>
              <a:rPr lang="en-US" dirty="0"/>
              <a:t> </a:t>
            </a:r>
            <a:r>
              <a:rPr lang="en-US" dirty="0" err="1"/>
              <a:t>urna</a:t>
            </a:r>
            <a:r>
              <a:rPr lang="en-US" dirty="0"/>
              <a:t>. </a:t>
            </a:r>
            <a:r>
              <a:rPr lang="en-US" dirty="0" err="1"/>
              <a:t>Aenean</a:t>
            </a:r>
            <a:r>
              <a:rPr lang="en-US" dirty="0"/>
              <a:t> </a:t>
            </a:r>
            <a:r>
              <a:rPr lang="en-US" dirty="0" err="1"/>
              <a:t>auctor</a:t>
            </a:r>
            <a:r>
              <a:rPr lang="en-US" dirty="0"/>
              <a:t> ligula </a:t>
            </a:r>
            <a:r>
              <a:rPr lang="en-US" dirty="0" err="1"/>
              <a:t>feugiat</a:t>
            </a:r>
            <a:r>
              <a:rPr lang="en-US" dirty="0"/>
              <a:t>, </a:t>
            </a:r>
            <a:r>
              <a:rPr lang="en-US" dirty="0" err="1"/>
              <a:t>tempor</a:t>
            </a:r>
            <a:r>
              <a:rPr lang="en-US" dirty="0"/>
              <a:t> </a:t>
            </a:r>
            <a:r>
              <a:rPr lang="en-US" dirty="0" err="1"/>
              <a:t>diam</a:t>
            </a:r>
            <a:r>
              <a:rPr lang="en-US" dirty="0"/>
              <a:t> non, </a:t>
            </a:r>
            <a:r>
              <a:rPr lang="en-US" dirty="0" err="1"/>
              <a:t>viverra</a:t>
            </a:r>
            <a:r>
              <a:rPr lang="en-US" dirty="0"/>
              <a:t> </a:t>
            </a:r>
            <a:r>
              <a:rPr lang="en-US" dirty="0" err="1"/>
              <a:t>eros</a:t>
            </a:r>
            <a:r>
              <a:rPr lang="en-US" dirty="0"/>
              <a:t>. </a:t>
            </a:r>
            <a:r>
              <a:rPr lang="en-US" dirty="0" err="1"/>
              <a:t>Morbi</a:t>
            </a:r>
            <a:r>
              <a:rPr lang="en-US" dirty="0"/>
              <a:t> </a:t>
            </a:r>
            <a:r>
              <a:rPr lang="en-US" dirty="0" err="1"/>
              <a:t>hendrerit</a:t>
            </a:r>
            <a:r>
              <a:rPr lang="en-US" dirty="0"/>
              <a:t> </a:t>
            </a:r>
            <a:r>
              <a:rPr lang="en-US" dirty="0" err="1"/>
              <a:t>egestas</a:t>
            </a:r>
            <a:r>
              <a:rPr lang="en-US" dirty="0"/>
              <a:t> </a:t>
            </a:r>
            <a:r>
              <a:rPr lang="en-US" dirty="0" err="1"/>
              <a:t>nunc</a:t>
            </a:r>
            <a:r>
              <a:rPr lang="en-US" dirty="0"/>
              <a:t> vitae </a:t>
            </a:r>
            <a:r>
              <a:rPr lang="en-US" dirty="0" err="1"/>
              <a:t>commodo</a:t>
            </a:r>
            <a:r>
              <a:rPr lang="en-US" dirty="0"/>
              <a:t>. </a:t>
            </a:r>
            <a:r>
              <a:rPr lang="en-US" dirty="0" err="1"/>
              <a:t>Vestibulum</a:t>
            </a:r>
            <a:r>
              <a:rPr lang="en-US" dirty="0"/>
              <a:t> </a:t>
            </a:r>
            <a:r>
              <a:rPr lang="en-US" dirty="0" err="1"/>
              <a:t>pulvinar</a:t>
            </a:r>
            <a:r>
              <a:rPr lang="en-US" dirty="0"/>
              <a:t> nisi at </a:t>
            </a:r>
            <a:r>
              <a:rPr lang="en-US" dirty="0" err="1"/>
              <a:t>sollicitudin</a:t>
            </a:r>
            <a:r>
              <a:rPr lang="en-US" dirty="0"/>
              <a:t> </a:t>
            </a:r>
            <a:r>
              <a:rPr lang="en-US" dirty="0" err="1"/>
              <a:t>placerat</a:t>
            </a:r>
            <a:r>
              <a:rPr lang="en-US" dirty="0"/>
              <a:t>. </a:t>
            </a:r>
            <a:r>
              <a:rPr lang="en-US" dirty="0" err="1"/>
              <a:t>Aliquam</a:t>
            </a:r>
            <a:r>
              <a:rPr lang="en-US" dirty="0"/>
              <a:t> sit </a:t>
            </a:r>
            <a:r>
              <a:rPr lang="en-US" dirty="0" err="1"/>
              <a:t>amet</a:t>
            </a:r>
            <a:r>
              <a:rPr lang="en-US" dirty="0"/>
              <a:t> </a:t>
            </a:r>
            <a:r>
              <a:rPr lang="en-US" dirty="0" err="1"/>
              <a:t>leo</a:t>
            </a:r>
            <a:r>
              <a:rPr lang="en-US" dirty="0"/>
              <a:t> semper, </a:t>
            </a:r>
            <a:r>
              <a:rPr lang="en-US" dirty="0" err="1"/>
              <a:t>tincidunt</a:t>
            </a:r>
            <a:r>
              <a:rPr lang="en-US" dirty="0"/>
              <a:t> dolor a, </a:t>
            </a:r>
            <a:r>
              <a:rPr lang="en-US" dirty="0" err="1"/>
              <a:t>lobortis</a:t>
            </a:r>
            <a:r>
              <a:rPr lang="en-US" dirty="0"/>
              <a:t> </a:t>
            </a:r>
            <a:r>
              <a:rPr lang="en-US" dirty="0" err="1"/>
              <a:t>elit</a:t>
            </a:r>
            <a:r>
              <a:rPr lang="en-US" dirty="0"/>
              <a:t>. </a:t>
            </a:r>
            <a:r>
              <a:rPr lang="en-US" dirty="0" err="1"/>
              <a:t>Nulla</a:t>
            </a:r>
            <a:r>
              <a:rPr lang="en-US" dirty="0"/>
              <a:t> ipsum dolor, </a:t>
            </a:r>
            <a:r>
              <a:rPr lang="en-US" dirty="0" err="1"/>
              <a:t>condimentum</a:t>
            </a:r>
            <a:r>
              <a:rPr lang="en-US" dirty="0"/>
              <a:t> </a:t>
            </a:r>
            <a:br>
              <a:rPr lang="en-US" dirty="0"/>
            </a:br>
            <a:r>
              <a:rPr lang="en-US" dirty="0"/>
              <a:t>at nisi et, </a:t>
            </a:r>
            <a:r>
              <a:rPr lang="en-US" dirty="0" err="1"/>
              <a:t>varius</a:t>
            </a:r>
            <a:r>
              <a:rPr lang="en-US" dirty="0"/>
              <a:t> </a:t>
            </a:r>
            <a:r>
              <a:rPr lang="en-US" dirty="0" err="1"/>
              <a:t>lobortis</a:t>
            </a:r>
            <a:r>
              <a:rPr lang="en-US" dirty="0"/>
              <a:t> </a:t>
            </a:r>
            <a:r>
              <a:rPr lang="en-US" dirty="0" err="1"/>
              <a:t>lectus</a:t>
            </a:r>
            <a:r>
              <a:rPr lang="en-US" dirty="0"/>
              <a:t>. </a:t>
            </a:r>
            <a:r>
              <a:rPr lang="en-US" dirty="0" err="1"/>
              <a:t>Fusce</a:t>
            </a:r>
            <a:r>
              <a:rPr lang="en-US" dirty="0"/>
              <a:t> </a:t>
            </a:r>
            <a:r>
              <a:rPr lang="en-US" dirty="0" err="1"/>
              <a:t>fermentum</a:t>
            </a:r>
            <a:r>
              <a:rPr lang="en-US" dirty="0"/>
              <a:t> </a:t>
            </a:r>
            <a:r>
              <a:rPr lang="en-US" dirty="0" err="1"/>
              <a:t>bibendum</a:t>
            </a:r>
            <a:r>
              <a:rPr lang="en-US" dirty="0"/>
              <a:t> </a:t>
            </a:r>
            <a:r>
              <a:rPr lang="en-US" dirty="0" err="1"/>
              <a:t>varius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a:t>
            </a:r>
            <a:br>
              <a:rPr lang="en-US" dirty="0"/>
            </a:br>
            <a:r>
              <a:rPr lang="en-US" dirty="0"/>
              <a:t>fames ac </a:t>
            </a:r>
            <a:r>
              <a:rPr lang="en-US" dirty="0" err="1"/>
              <a:t>turpis</a:t>
            </a:r>
            <a:r>
              <a:rPr lang="en-US" dirty="0"/>
              <a:t> </a:t>
            </a:r>
            <a:r>
              <a:rPr lang="en-US" dirty="0" err="1"/>
              <a:t>egestas</a:t>
            </a:r>
            <a:r>
              <a:rPr lang="en-US" dirty="0"/>
              <a:t>.</a:t>
            </a:r>
          </a:p>
          <a:p>
            <a:pPr lvl="1"/>
            <a:r>
              <a:rPr lang="en-US" dirty="0"/>
              <a:t>Second</a:t>
            </a:r>
          </a:p>
          <a:p>
            <a:pPr lvl="2"/>
            <a:r>
              <a:rPr lang="en-US" dirty="0"/>
              <a:t>third</a:t>
            </a:r>
          </a:p>
          <a:p>
            <a:pPr lvl="3"/>
            <a:r>
              <a:rPr lang="en-US" dirty="0"/>
              <a:t>fourth</a:t>
            </a:r>
          </a:p>
        </p:txBody>
      </p:sp>
      <p:pic>
        <p:nvPicPr>
          <p:cNvPr id="8" name="Picture 7"/>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480485" y="6549297"/>
            <a:ext cx="627880" cy="222635"/>
          </a:xfrm>
          <a:prstGeom prst="rect">
            <a:avLst/>
          </a:prstGeom>
        </p:spPr>
      </p:pic>
      <p:sp>
        <p:nvSpPr>
          <p:cNvPr id="4" name="Title Placeholder 3"/>
          <p:cNvSpPr>
            <a:spLocks noGrp="1"/>
          </p:cNvSpPr>
          <p:nvPr>
            <p:ph type="title"/>
          </p:nvPr>
        </p:nvSpPr>
        <p:spPr>
          <a:xfrm>
            <a:off x="480486" y="304800"/>
            <a:ext cx="11235265" cy="402336"/>
          </a:xfrm>
          <a:prstGeom prst="rect">
            <a:avLst/>
          </a:prstGeom>
        </p:spPr>
        <p:txBody>
          <a:bodyPr vert="horz" wrap="none" lIns="0" tIns="45720" rIns="0" bIns="45720" rtlCol="0" anchor="ctr">
            <a:noAutofit/>
          </a:bodyPr>
          <a:lstStyle/>
          <a:p>
            <a:r>
              <a:rPr lang="en-US" dirty="0"/>
              <a:t>Please Add Slide Headline Here</a:t>
            </a:r>
          </a:p>
        </p:txBody>
      </p:sp>
      <p:sp>
        <p:nvSpPr>
          <p:cNvPr id="9" name="Slide Number Placeholder 1"/>
          <p:cNvSpPr>
            <a:spLocks noGrp="1"/>
          </p:cNvSpPr>
          <p:nvPr>
            <p:ph type="sldNum" sz="quarter" idx="4"/>
          </p:nvPr>
        </p:nvSpPr>
        <p:spPr>
          <a:xfrm>
            <a:off x="9884588" y="6435519"/>
            <a:ext cx="1831163" cy="422483"/>
          </a:xfrm>
          <a:prstGeom prst="rect">
            <a:avLst/>
          </a:prstGeom>
        </p:spPr>
        <p:txBody>
          <a:bodyPr vert="horz" wrap="none" lIns="91440" tIns="45720" rIns="0" bIns="82296" rtlCol="0" anchor="ctr"/>
          <a:lstStyle>
            <a:lvl1pPr algn="r">
              <a:defRPr sz="1867" b="1" i="0">
                <a:solidFill>
                  <a:srgbClr val="FEFEFE"/>
                </a:solidFill>
                <a:latin typeface="+mj-lt"/>
              </a:defRPr>
            </a:lvl1pPr>
          </a:lstStyle>
          <a:p>
            <a:fld id="{3A707DD9-E92B-45E8-BE0A-E6B2EDF345EB}" type="slidenum">
              <a:rPr lang="en-US" smtClean="0"/>
              <a:pPr/>
              <a:t>‹#›</a:t>
            </a:fld>
            <a:endParaRPr lang="en-US" dirty="0"/>
          </a:p>
        </p:txBody>
      </p:sp>
    </p:spTree>
    <p:extLst>
      <p:ext uri="{BB962C8B-B14F-4D97-AF65-F5344CB8AC3E}">
        <p14:creationId xmlns:p14="http://schemas.microsoft.com/office/powerpoint/2010/main" val="758198707"/>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806" r:id="rId13"/>
    <p:sldLayoutId id="2147483807" r:id="rId14"/>
    <p:sldLayoutId id="2147483808" r:id="rId15"/>
    <p:sldLayoutId id="2147483809" r:id="rId16"/>
  </p:sldLayoutIdLst>
  <p:hf hdr="0" ftr="0" dt="0"/>
  <p:txStyles>
    <p:titleStyle>
      <a:lvl1pPr algn="l" defTabSz="1219170" rtl="0" eaLnBrk="1" latinLnBrk="0" hangingPunct="1">
        <a:lnSpc>
          <a:spcPct val="100000"/>
        </a:lnSpc>
        <a:spcBef>
          <a:spcPct val="0"/>
        </a:spcBef>
        <a:buNone/>
        <a:defRPr sz="2667" kern="1200" cap="none" spc="133" baseline="0">
          <a:solidFill>
            <a:schemeClr val="tx1"/>
          </a:solidFill>
          <a:latin typeface="+mj-lt"/>
          <a:ea typeface="+mj-ea"/>
          <a:cs typeface="+mj-cs"/>
        </a:defRPr>
      </a:lvl1pPr>
    </p:titleStyle>
    <p:bodyStyle>
      <a:lvl1pPr marL="228594" indent="-228594" algn="l" defTabSz="1219170" rtl="0" eaLnBrk="1" latinLnBrk="0" hangingPunct="1">
        <a:lnSpc>
          <a:spcPts val="2133"/>
        </a:lnSpc>
        <a:spcBef>
          <a:spcPts val="352"/>
        </a:spcBef>
        <a:spcAft>
          <a:spcPts val="400"/>
        </a:spcAft>
        <a:buFont typeface="Arial" panose="020B0604020202020204" pitchFamily="34" charset="0"/>
        <a:buChar char="•"/>
        <a:defRPr sz="1467" kern="1200">
          <a:solidFill>
            <a:schemeClr val="tx1"/>
          </a:solidFill>
          <a:latin typeface="+mn-lt"/>
          <a:ea typeface="+mn-ea"/>
          <a:cs typeface="+mn-cs"/>
        </a:defRPr>
      </a:lvl1pPr>
      <a:lvl2pPr marL="838179" indent="-228594" algn="l" defTabSz="1219170" rtl="0" eaLnBrk="1" latinLnBrk="0" hangingPunct="1">
        <a:lnSpc>
          <a:spcPct val="90000"/>
        </a:lnSpc>
        <a:spcBef>
          <a:spcPts val="667"/>
        </a:spcBef>
        <a:buFont typeface="Arial" panose="020B0604020202020204" pitchFamily="34" charset="0"/>
        <a:buChar char="•"/>
        <a:defRPr sz="1467" kern="1200">
          <a:solidFill>
            <a:schemeClr val="tx1"/>
          </a:solidFill>
          <a:latin typeface="+mn-lt"/>
          <a:ea typeface="+mn-ea"/>
          <a:cs typeface="+mn-cs"/>
        </a:defRPr>
      </a:lvl2pPr>
      <a:lvl3pPr marL="1447764" indent="-228594" algn="l" defTabSz="1219170" rtl="0" eaLnBrk="1" latinLnBrk="0" hangingPunct="1">
        <a:lnSpc>
          <a:spcPct val="90000"/>
        </a:lnSpc>
        <a:spcBef>
          <a:spcPts val="667"/>
        </a:spcBef>
        <a:buFont typeface="Arial" panose="020B0604020202020204" pitchFamily="34" charset="0"/>
        <a:buChar char="•"/>
        <a:defRPr sz="1467" kern="1200">
          <a:solidFill>
            <a:schemeClr val="tx1"/>
          </a:solidFill>
          <a:latin typeface="+mn-lt"/>
          <a:ea typeface="+mn-ea"/>
          <a:cs typeface="+mn-cs"/>
        </a:defRPr>
      </a:lvl3pPr>
      <a:lvl4pPr marL="2209745" indent="-380990" algn="l" defTabSz="1219170" rtl="0" eaLnBrk="1" latinLnBrk="0" hangingPunct="1">
        <a:lnSpc>
          <a:spcPct val="90000"/>
        </a:lnSpc>
        <a:spcBef>
          <a:spcPts val="667"/>
        </a:spcBef>
        <a:buFont typeface="Arial" panose="020B0604020202020204" pitchFamily="34" charset="0"/>
        <a:buChar char="•"/>
        <a:defRPr sz="1467" kern="1200">
          <a:solidFill>
            <a:schemeClr val="tx1"/>
          </a:solidFill>
          <a:latin typeface="+mn-lt"/>
          <a:ea typeface="+mn-ea"/>
          <a:cs typeface="+mn-cs"/>
        </a:defRPr>
      </a:lvl4pPr>
      <a:lvl5pPr marL="2438339" indent="0" algn="l" defTabSz="1219170" rtl="0" eaLnBrk="1" latinLnBrk="0" hangingPunct="1">
        <a:lnSpc>
          <a:spcPct val="90000"/>
        </a:lnSpc>
        <a:spcBef>
          <a:spcPts val="667"/>
        </a:spcBef>
        <a:buFont typeface="Arial" panose="020B0604020202020204" pitchFamily="34" charset="0"/>
        <a:buNone/>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orient="horz" pos="338">
          <p15:clr>
            <a:srgbClr val="F26B43"/>
          </p15:clr>
        </p15:guide>
        <p15:guide id="3" orient="horz" pos="680">
          <p15:clr>
            <a:srgbClr val="F26B43"/>
          </p15:clr>
        </p15:guide>
        <p15:guide id="4" orient="horz" pos="2820">
          <p15:clr>
            <a:srgbClr val="F26B43"/>
          </p15:clr>
        </p15:guide>
        <p15:guide id="5" pos="226">
          <p15:clr>
            <a:srgbClr val="F26B43"/>
          </p15:clr>
        </p15:guide>
        <p15:guide id="6" pos="5535">
          <p15:clr>
            <a:srgbClr val="F26B43"/>
          </p15:clr>
        </p15:guide>
        <p15:guide id="7" orient="horz" pos="896">
          <p15:clr>
            <a:srgbClr val="F26B43"/>
          </p15:clr>
        </p15:guide>
        <p15:guide id="8" pos="2736">
          <p15:clr>
            <a:srgbClr val="F26B43"/>
          </p15:clr>
        </p15:guide>
        <p15:guide id="9" pos="3024">
          <p15:clr>
            <a:srgbClr val="F26B43"/>
          </p15:clr>
        </p15:guide>
        <p15:guide id="10" orient="horz" pos="3036">
          <p15:clr>
            <a:srgbClr val="F26B43"/>
          </p15:clr>
        </p15:guide>
        <p15:guide id="11" orient="horz" pos="3084">
          <p15:clr>
            <a:srgbClr val="F26B43"/>
          </p15:clr>
        </p15:guide>
        <p15:guide id="12" orient="horz" pos="3180">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74606" y="2404304"/>
            <a:ext cx="7442791" cy="1626909"/>
          </a:xfrm>
          <a:prstGeom prst="rect">
            <a:avLst/>
          </a:prstGeom>
        </p:spPr>
        <p:txBody>
          <a:bodyPr vert="horz" wrap="square" lIns="91440" tIns="45720" rIns="91440" bIns="45720" rtlCol="0" anchor="ctr">
            <a:noAutofit/>
          </a:bodyPr>
          <a:lstStyle/>
          <a:p>
            <a:pPr algn="ctr"/>
            <a:endParaRPr lang="en-US" sz="5867" b="1" spc="267" dirty="0">
              <a:solidFill>
                <a:schemeClr val="bg1"/>
              </a:solidFill>
              <a:latin typeface="Calibri" charset="0"/>
              <a:ea typeface="Calibri" charset="0"/>
              <a:cs typeface="Calibri" charset="0"/>
            </a:endParaRPr>
          </a:p>
        </p:txBody>
      </p:sp>
      <p:sp>
        <p:nvSpPr>
          <p:cNvPr id="7" name="Rectangle 6"/>
          <p:cNvSpPr/>
          <p:nvPr/>
        </p:nvSpPr>
        <p:spPr>
          <a:xfrm>
            <a:off x="0" y="6435519"/>
            <a:ext cx="12192000" cy="422483"/>
          </a:xfrm>
          <a:prstGeom prst="rect">
            <a:avLst/>
          </a:prstGeom>
          <a:solidFill>
            <a:schemeClr val="accent1">
              <a:lumMod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8" name="Picture 7"/>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80485" y="6549297"/>
            <a:ext cx="627880" cy="222635"/>
          </a:xfrm>
          <a:prstGeom prst="rect">
            <a:avLst/>
          </a:prstGeom>
        </p:spPr>
      </p:pic>
    </p:spTree>
    <p:extLst>
      <p:ext uri="{BB962C8B-B14F-4D97-AF65-F5344CB8AC3E}">
        <p14:creationId xmlns:p14="http://schemas.microsoft.com/office/powerpoint/2010/main" val="180624386"/>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Lst>
  <p:hf hdr="0" ftr="0" dt="0"/>
  <p:txStyles>
    <p:titleStyle>
      <a:lvl1pPr algn="l" defTabSz="1219170" rtl="0" eaLnBrk="1" latinLnBrk="0" hangingPunct="1">
        <a:lnSpc>
          <a:spcPct val="90000"/>
        </a:lnSpc>
        <a:spcBef>
          <a:spcPct val="0"/>
        </a:spcBef>
        <a:buNone/>
        <a:defRPr sz="5333" kern="1200" cap="all" baseline="0">
          <a:solidFill>
            <a:schemeClr val="bg1"/>
          </a:solidFill>
          <a:latin typeface="+mn-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hyperlink" Target="https://www.geeksforgeeks.org/difference-between-kimball-and-inmon/"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3FA_E6601BE1.xml"/><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microsoft.com/office/2018/10/relationships/comments" Target="../comments/modernComment_3F9_B046FB7.xml"/><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microsoft.com/office/2018/10/relationships/comments" Target="../comments/modernComment_7FFFCB3D_BA5A89BC.xml"/><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1.jpg"/></Relationships>
</file>

<file path=ppt/slides/_rels/slide3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400" dirty="0"/>
              <a:t>Data Quality</a:t>
            </a:r>
          </a:p>
        </p:txBody>
      </p:sp>
      <p:sp>
        <p:nvSpPr>
          <p:cNvPr id="7" name="Text Placeholder 6"/>
          <p:cNvSpPr>
            <a:spLocks noGrp="1"/>
          </p:cNvSpPr>
          <p:nvPr>
            <p:ph type="body" sz="quarter" idx="11"/>
          </p:nvPr>
        </p:nvSpPr>
        <p:spPr>
          <a:xfrm>
            <a:off x="692855" y="3779125"/>
            <a:ext cx="5754624" cy="581871"/>
          </a:xfrm>
        </p:spPr>
        <p:txBody>
          <a:bodyPr/>
          <a:lstStyle/>
          <a:p>
            <a:pPr>
              <a:lnSpc>
                <a:spcPct val="100000"/>
              </a:lnSpc>
              <a:spcBef>
                <a:spcPts val="0"/>
              </a:spcBef>
            </a:pPr>
            <a:r>
              <a:rPr lang="en-US" sz="1600" dirty="0"/>
              <a:t>Big Data Overview</a:t>
            </a:r>
          </a:p>
        </p:txBody>
      </p:sp>
      <p:sp>
        <p:nvSpPr>
          <p:cNvPr id="4" name="Picture Placeholder 3">
            <a:extLst>
              <a:ext uri="{FF2B5EF4-FFF2-40B4-BE49-F238E27FC236}">
                <a16:creationId xmlns:a16="http://schemas.microsoft.com/office/drawing/2014/main" id="{3E27577D-F355-4112-8A70-06987E030FCE}"/>
              </a:ext>
            </a:extLst>
          </p:cNvPr>
          <p:cNvSpPr>
            <a:spLocks noGrp="1"/>
          </p:cNvSpPr>
          <p:nvPr>
            <p:ph type="pic" sz="quarter" idx="12"/>
          </p:nvPr>
        </p:nvSpPr>
        <p:spPr/>
      </p:sp>
      <p:sp>
        <p:nvSpPr>
          <p:cNvPr id="5" name="Text Placeholder 4">
            <a:extLst>
              <a:ext uri="{FF2B5EF4-FFF2-40B4-BE49-F238E27FC236}">
                <a16:creationId xmlns:a16="http://schemas.microsoft.com/office/drawing/2014/main" id="{56B52211-E810-480A-894E-063A39FAF750}"/>
              </a:ext>
            </a:extLst>
          </p:cNvPr>
          <p:cNvSpPr>
            <a:spLocks noGrp="1"/>
          </p:cNvSpPr>
          <p:nvPr>
            <p:ph type="body" sz="quarter" idx="13"/>
          </p:nvPr>
        </p:nvSpPr>
        <p:spPr/>
        <p:txBody>
          <a:bodyPr/>
          <a:lstStyle/>
          <a:p>
            <a:endParaRPr lang="en-US"/>
          </a:p>
        </p:txBody>
      </p:sp>
      <p:pic>
        <p:nvPicPr>
          <p:cNvPr id="8" name="Picture Placeholder 7">
            <a:extLst>
              <a:ext uri="{FF2B5EF4-FFF2-40B4-BE49-F238E27FC236}">
                <a16:creationId xmlns:a16="http://schemas.microsoft.com/office/drawing/2014/main" id="{E58571C8-85D4-4141-91F8-3743633C98F0}"/>
              </a:ext>
            </a:extLst>
          </p:cNvPr>
          <p:cNvPicPr>
            <a:picLocks noChangeAspect="1"/>
          </p:cNvPicPr>
          <p:nvPr/>
        </p:nvPicPr>
        <p:blipFill>
          <a:blip r:embed="rId2">
            <a:extLst>
              <a:ext uri="{28A0092B-C50C-407E-A947-70E740481C1C}">
                <a14:useLocalDpi xmlns:a14="http://schemas.microsoft.com/office/drawing/2010/main" val="0"/>
              </a:ext>
            </a:extLst>
          </a:blip>
          <a:srcRect l="15645" r="15645"/>
          <a:stretch>
            <a:fillRect/>
          </a:stretch>
        </p:blipFill>
        <p:spPr>
          <a:xfrm>
            <a:off x="7471834" y="0"/>
            <a:ext cx="4720167" cy="6858000"/>
          </a:xfrm>
          <a:prstGeom prst="rect">
            <a:avLst/>
          </a:prstGeom>
          <a:solidFill>
            <a:srgbClr val="FFFFFF"/>
          </a:solidFill>
          <a:ln>
            <a:noFill/>
          </a:ln>
        </p:spPr>
      </p:pic>
    </p:spTree>
    <p:extLst>
      <p:ext uri="{BB962C8B-B14F-4D97-AF65-F5344CB8AC3E}">
        <p14:creationId xmlns:p14="http://schemas.microsoft.com/office/powerpoint/2010/main" val="335896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621" y="1883222"/>
            <a:ext cx="5754624" cy="660687"/>
          </a:xfrm>
        </p:spPr>
        <p:txBody>
          <a:bodyPr/>
          <a:lstStyle/>
          <a:p>
            <a:r>
              <a:rPr lang="en-US" sz="3200" b="1" dirty="0"/>
              <a:t>Agenda</a:t>
            </a:r>
          </a:p>
        </p:txBody>
      </p:sp>
      <p:sp>
        <p:nvSpPr>
          <p:cNvPr id="6" name="Content Placeholder 2">
            <a:extLst>
              <a:ext uri="{FF2B5EF4-FFF2-40B4-BE49-F238E27FC236}">
                <a16:creationId xmlns:a16="http://schemas.microsoft.com/office/drawing/2014/main" id="{73B4D983-5FF4-4D0C-83C4-E7A1CE480BA1}"/>
              </a:ext>
            </a:extLst>
          </p:cNvPr>
          <p:cNvSpPr>
            <a:spLocks noGrp="1"/>
          </p:cNvSpPr>
          <p:nvPr>
            <p:ph type="body" sz="quarter" idx="11"/>
          </p:nvPr>
        </p:nvSpPr>
        <p:spPr>
          <a:xfrm>
            <a:off x="708621" y="3429000"/>
            <a:ext cx="5754624" cy="1578006"/>
          </a:xfrm>
          <a:prstGeom prst="rect">
            <a:avLst/>
          </a:prstGeom>
        </p:spPr>
        <p:txBody>
          <a:bodyPr wrap="square" lIns="0" tIns="0" rIns="0" bIns="0" anchor="ctr">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80990" indent="-380990">
              <a:buChar char="•"/>
            </a:pPr>
            <a:r>
              <a:rPr lang="en-US" sz="2000" dirty="0">
                <a:solidFill>
                  <a:schemeClr val="bg1"/>
                </a:solidFill>
                <a:latin typeface="+mj-lt"/>
              </a:rPr>
              <a:t>What is Big Data?</a:t>
            </a:r>
          </a:p>
          <a:p>
            <a:pPr marL="380990" indent="-380990">
              <a:buChar char="•"/>
            </a:pPr>
            <a:r>
              <a:rPr lang="en-US" sz="2000" dirty="0">
                <a:solidFill>
                  <a:schemeClr val="bg1"/>
                </a:solidFill>
                <a:latin typeface="+mj-lt"/>
              </a:rPr>
              <a:t>Big Data architecture</a:t>
            </a:r>
          </a:p>
          <a:p>
            <a:pPr marL="380990" indent="-380990">
              <a:buChar char="•"/>
            </a:pPr>
            <a:r>
              <a:rPr lang="en-US" sz="2000" dirty="0">
                <a:solidFill>
                  <a:schemeClr val="bg1"/>
                </a:solidFill>
                <a:latin typeface="+mj-lt"/>
              </a:rPr>
              <a:t>Why so fast? Map-Reduce, optimization techniques</a:t>
            </a:r>
          </a:p>
          <a:p>
            <a:pPr marL="380990" indent="-380990">
              <a:buChar char="•"/>
            </a:pPr>
            <a:r>
              <a:rPr lang="en-US" sz="2000" dirty="0">
                <a:solidFill>
                  <a:schemeClr val="bg1"/>
                </a:solidFill>
                <a:latin typeface="+mj-lt"/>
              </a:rPr>
              <a:t>Special file types</a:t>
            </a:r>
          </a:p>
          <a:p>
            <a:pPr marL="380990" indent="-380990">
              <a:buChar char="•"/>
            </a:pPr>
            <a:r>
              <a:rPr lang="en-US" sz="2000" dirty="0">
                <a:solidFill>
                  <a:schemeClr val="bg1"/>
                </a:solidFill>
                <a:latin typeface="+mj-lt"/>
              </a:rPr>
              <a:t>Batching/Streaming</a:t>
            </a:r>
          </a:p>
          <a:p>
            <a:pPr marL="380990" indent="-380990">
              <a:buChar char="•"/>
            </a:pPr>
            <a:r>
              <a:rPr lang="en-US" sz="2000" dirty="0">
                <a:solidFill>
                  <a:schemeClr val="bg1"/>
                </a:solidFill>
                <a:latin typeface="+mj-lt"/>
              </a:rPr>
              <a:t>Big Data tools</a:t>
            </a:r>
          </a:p>
          <a:p>
            <a:pPr marL="380990" indent="-380990">
              <a:buChar char="•"/>
            </a:pPr>
            <a:r>
              <a:rPr lang="en-US" sz="2000" dirty="0">
                <a:solidFill>
                  <a:schemeClr val="bg1"/>
                </a:solidFill>
                <a:latin typeface="+mj-lt"/>
              </a:rPr>
              <a:t>Data Quality in Big Data</a:t>
            </a:r>
          </a:p>
        </p:txBody>
      </p:sp>
    </p:spTree>
    <p:extLst>
      <p:ext uri="{BB962C8B-B14F-4D97-AF65-F5344CB8AC3E}">
        <p14:creationId xmlns:p14="http://schemas.microsoft.com/office/powerpoint/2010/main" val="1999112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1204207C-4749-465C-9AA4-8700029322EB}"/>
              </a:ext>
            </a:extLst>
          </p:cNvPr>
          <p:cNvSpPr txBox="1">
            <a:spLocks/>
          </p:cNvSpPr>
          <p:nvPr/>
        </p:nvSpPr>
        <p:spPr>
          <a:xfrm>
            <a:off x="2686050" y="2819400"/>
            <a:ext cx="6819900" cy="1219200"/>
          </a:xfrm>
          <a:prstGeom prst="rect">
            <a:avLst/>
          </a:prstGeom>
          <a:ln>
            <a:solidFill>
              <a:schemeClr val="bg1"/>
            </a:solidFill>
          </a:ln>
        </p:spPr>
        <p:txBody>
          <a:bodyPr anchor="ctr"/>
          <a:lstStyle>
            <a:lvl1pPr algn="l" defTabSz="914400" rtl="0" eaLnBrk="1" latinLnBrk="0" hangingPunct="1">
              <a:lnSpc>
                <a:spcPct val="100000"/>
              </a:lnSpc>
              <a:spcBef>
                <a:spcPct val="0"/>
              </a:spcBef>
              <a:buNone/>
              <a:defRPr sz="2000" kern="1200" cap="none" spc="100" baseline="0">
                <a:solidFill>
                  <a:schemeClr val="tx1"/>
                </a:solidFill>
                <a:latin typeface="+mj-lt"/>
                <a:ea typeface="+mj-ea"/>
                <a:cs typeface="+mj-cs"/>
              </a:defRPr>
            </a:lvl1pPr>
          </a:lstStyle>
          <a:p>
            <a:pPr algn="ctr"/>
            <a:r>
              <a:rPr lang="en-US" sz="2400" b="1" dirty="0">
                <a:solidFill>
                  <a:schemeClr val="bg1"/>
                </a:solidFill>
              </a:rPr>
              <a:t>WHAT IS BIG DATA </a:t>
            </a:r>
          </a:p>
          <a:p>
            <a:pPr algn="ctr"/>
            <a:r>
              <a:rPr lang="en-US" sz="2400" b="1" dirty="0">
                <a:solidFill>
                  <a:schemeClr val="bg1"/>
                </a:solidFill>
              </a:rPr>
              <a:t>(Vs AND APPROACHES)</a:t>
            </a:r>
          </a:p>
        </p:txBody>
      </p:sp>
    </p:spTree>
    <p:extLst>
      <p:ext uri="{BB962C8B-B14F-4D97-AF65-F5344CB8AC3E}">
        <p14:creationId xmlns:p14="http://schemas.microsoft.com/office/powerpoint/2010/main" val="2646055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icture containing device&#10;&#10;Description generated with very high confidence">
            <a:extLst>
              <a:ext uri="{FF2B5EF4-FFF2-40B4-BE49-F238E27FC236}">
                <a16:creationId xmlns:a16="http://schemas.microsoft.com/office/drawing/2014/main" id="{97791D2D-B391-4DBD-AC9B-B620B4A08616}"/>
              </a:ext>
            </a:extLst>
          </p:cNvPr>
          <p:cNvPicPr>
            <a:picLocks noChangeAspect="1"/>
          </p:cNvPicPr>
          <p:nvPr/>
        </p:nvPicPr>
        <p:blipFill>
          <a:blip r:embed="rId3"/>
          <a:stretch>
            <a:fillRect/>
          </a:stretch>
        </p:blipFill>
        <p:spPr>
          <a:xfrm>
            <a:off x="317694" y="1173424"/>
            <a:ext cx="5018533" cy="3016836"/>
          </a:xfrm>
          <a:prstGeom prst="rect">
            <a:avLst/>
          </a:prstGeom>
        </p:spPr>
      </p:pic>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p:txBody>
          <a:bodyPr/>
          <a:lstStyle/>
          <a:p>
            <a:r>
              <a:rPr lang="en-US" b="1" dirty="0"/>
              <a:t>What is Big Data (Vs and approaches)</a:t>
            </a:r>
          </a:p>
        </p:txBody>
      </p:sp>
      <p:sp>
        <p:nvSpPr>
          <p:cNvPr id="6" name="Содержимое 4">
            <a:extLst>
              <a:ext uri="{FF2B5EF4-FFF2-40B4-BE49-F238E27FC236}">
                <a16:creationId xmlns:a16="http://schemas.microsoft.com/office/drawing/2014/main" id="{D3BA2C7D-9B91-4693-88E8-37BE3860B289}"/>
              </a:ext>
            </a:extLst>
          </p:cNvPr>
          <p:cNvSpPr txBox="1">
            <a:spLocks/>
          </p:cNvSpPr>
          <p:nvPr/>
        </p:nvSpPr>
        <p:spPr>
          <a:xfrm>
            <a:off x="5064102" y="1026789"/>
            <a:ext cx="7193484" cy="2255729"/>
          </a:xfrm>
          <a:prstGeom prst="rect">
            <a:avLst/>
          </a:prstGeom>
        </p:spPr>
        <p:txBody>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t>Data is a new oil</a:t>
            </a:r>
          </a:p>
          <a:p>
            <a:pPr lvl="1"/>
            <a:r>
              <a:rPr lang="en-US" sz="2000" dirty="0"/>
              <a:t>business value </a:t>
            </a:r>
          </a:p>
          <a:p>
            <a:pPr lvl="1"/>
            <a:r>
              <a:rPr lang="en-US" sz="2000" dirty="0"/>
              <a:t>data-driven business decisions </a:t>
            </a:r>
          </a:p>
          <a:p>
            <a:pPr lvl="1"/>
            <a:r>
              <a:rPr lang="en-US" sz="2000" dirty="0"/>
              <a:t>future insights to come from the data</a:t>
            </a:r>
          </a:p>
          <a:p>
            <a:r>
              <a:rPr lang="en-US" sz="2400" b="1" dirty="0"/>
              <a:t>3-5 Vs</a:t>
            </a:r>
          </a:p>
          <a:p>
            <a:r>
              <a:rPr lang="en-US" sz="2400" b="1" dirty="0"/>
              <a:t>Tools and processes, not volume</a:t>
            </a:r>
          </a:p>
          <a:p>
            <a:pPr lvl="1"/>
            <a:r>
              <a:rPr lang="en-US" sz="2000" dirty="0"/>
              <a:t>Hadoop (commodity-level hardware)</a:t>
            </a:r>
          </a:p>
          <a:p>
            <a:pPr lvl="1"/>
            <a:r>
              <a:rPr lang="en-US" sz="2000" dirty="0"/>
              <a:t>Clouds (pay only for usage)</a:t>
            </a:r>
          </a:p>
          <a:p>
            <a:r>
              <a:rPr lang="en-US" sz="2400" b="1" dirty="0"/>
              <a:t>Data types</a:t>
            </a:r>
          </a:p>
          <a:p>
            <a:pPr lvl="1"/>
            <a:r>
              <a:rPr lang="en-US" sz="2000" dirty="0"/>
              <a:t>Structured – Relational DBs, ready to process</a:t>
            </a:r>
          </a:p>
          <a:p>
            <a:pPr lvl="1"/>
            <a:r>
              <a:rPr lang="en-US" sz="2000" dirty="0"/>
              <a:t>Non-structured (text, video, images, audio), Data lakes</a:t>
            </a:r>
          </a:p>
          <a:p>
            <a:pPr lvl="1"/>
            <a:r>
              <a:rPr lang="en-US" sz="2000" dirty="0"/>
              <a:t>Semi-structured (JSON, CSV, XML, mobile </a:t>
            </a:r>
            <a:r>
              <a:rPr lang="en-US" sz="2000" dirty="0" err="1"/>
              <a:t>photo+time</a:t>
            </a:r>
            <a:r>
              <a:rPr lang="en-US" sz="2000" dirty="0"/>
              <a:t>, location, etc.), needs the effort to gain insights</a:t>
            </a:r>
          </a:p>
          <a:p>
            <a:pPr marL="0" indent="0">
              <a:buNone/>
            </a:pPr>
            <a:endParaRPr lang="en-US" sz="2800" dirty="0">
              <a:latin typeface="+mn-lt"/>
            </a:endParaRPr>
          </a:p>
        </p:txBody>
      </p:sp>
    </p:spTree>
    <p:extLst>
      <p:ext uri="{BB962C8B-B14F-4D97-AF65-F5344CB8AC3E}">
        <p14:creationId xmlns:p14="http://schemas.microsoft.com/office/powerpoint/2010/main" val="948547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1204207C-4749-465C-9AA4-8700029322EB}"/>
              </a:ext>
            </a:extLst>
          </p:cNvPr>
          <p:cNvSpPr txBox="1">
            <a:spLocks/>
          </p:cNvSpPr>
          <p:nvPr/>
        </p:nvSpPr>
        <p:spPr>
          <a:xfrm>
            <a:off x="2686050" y="2819400"/>
            <a:ext cx="6819900" cy="1219200"/>
          </a:xfrm>
          <a:prstGeom prst="rect">
            <a:avLst/>
          </a:prstGeom>
          <a:ln>
            <a:solidFill>
              <a:schemeClr val="bg1"/>
            </a:solidFill>
          </a:ln>
        </p:spPr>
        <p:txBody>
          <a:bodyPr anchor="ctr"/>
          <a:lstStyle>
            <a:lvl1pPr algn="l" defTabSz="914400" rtl="0" eaLnBrk="1" latinLnBrk="0" hangingPunct="1">
              <a:lnSpc>
                <a:spcPct val="100000"/>
              </a:lnSpc>
              <a:spcBef>
                <a:spcPct val="0"/>
              </a:spcBef>
              <a:buNone/>
              <a:defRPr sz="2000" kern="1200" cap="none" spc="100" baseline="0">
                <a:solidFill>
                  <a:schemeClr val="tx1"/>
                </a:solidFill>
                <a:latin typeface="+mj-lt"/>
                <a:ea typeface="+mj-ea"/>
                <a:cs typeface="+mj-cs"/>
              </a:defRPr>
            </a:lvl1pPr>
          </a:lstStyle>
          <a:p>
            <a:pPr algn="ctr"/>
            <a:r>
              <a:rPr lang="en-US" sz="2400" b="1" dirty="0">
                <a:solidFill>
                  <a:schemeClr val="bg1"/>
                </a:solidFill>
              </a:rPr>
              <a:t> BIG DATA ARCHITECTURE</a:t>
            </a:r>
          </a:p>
        </p:txBody>
      </p:sp>
    </p:spTree>
    <p:extLst>
      <p:ext uri="{BB962C8B-B14F-4D97-AF65-F5344CB8AC3E}">
        <p14:creationId xmlns:p14="http://schemas.microsoft.com/office/powerpoint/2010/main" val="536619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a:xfrm>
            <a:off x="480488" y="501571"/>
            <a:ext cx="11235265" cy="402336"/>
          </a:xfrm>
        </p:spPr>
        <p:txBody>
          <a:bodyPr/>
          <a:lstStyle/>
          <a:p>
            <a:r>
              <a:rPr lang="en-US" b="1" dirty="0"/>
              <a:t>Big Data architecture: Why do we need it besides DWH? </a:t>
            </a:r>
            <a:br>
              <a:rPr lang="en-US" sz="2000" dirty="0"/>
            </a:br>
            <a:endParaRPr lang="en-US" b="1" dirty="0"/>
          </a:p>
        </p:txBody>
      </p:sp>
      <p:pic>
        <p:nvPicPr>
          <p:cNvPr id="2" name="Picture 1">
            <a:extLst>
              <a:ext uri="{FF2B5EF4-FFF2-40B4-BE49-F238E27FC236}">
                <a16:creationId xmlns:a16="http://schemas.microsoft.com/office/drawing/2014/main" id="{60E2FFED-0496-D259-632B-0FF8D26C9761}"/>
              </a:ext>
            </a:extLst>
          </p:cNvPr>
          <p:cNvPicPr>
            <a:picLocks noChangeAspect="1"/>
          </p:cNvPicPr>
          <p:nvPr/>
        </p:nvPicPr>
        <p:blipFill rotWithShape="1">
          <a:blip r:embed="rId3"/>
          <a:srcRect l="-5312" t="57520" r="5264" b="-58889"/>
          <a:stretch/>
        </p:blipFill>
        <p:spPr>
          <a:xfrm>
            <a:off x="-457200" y="2290666"/>
            <a:ext cx="12350187" cy="6854354"/>
          </a:xfrm>
          <a:prstGeom prst="rect">
            <a:avLst/>
          </a:prstGeom>
        </p:spPr>
      </p:pic>
      <p:sp>
        <p:nvSpPr>
          <p:cNvPr id="5" name="Содержимое 4">
            <a:extLst>
              <a:ext uri="{FF2B5EF4-FFF2-40B4-BE49-F238E27FC236}">
                <a16:creationId xmlns:a16="http://schemas.microsoft.com/office/drawing/2014/main" id="{60956E9D-9FA2-9E39-30D5-8D4B49F19134}"/>
              </a:ext>
            </a:extLst>
          </p:cNvPr>
          <p:cNvSpPr txBox="1">
            <a:spLocks/>
          </p:cNvSpPr>
          <p:nvPr/>
        </p:nvSpPr>
        <p:spPr>
          <a:xfrm>
            <a:off x="721060" y="1120812"/>
            <a:ext cx="10313883" cy="1545189"/>
          </a:xfrm>
          <a:prstGeom prst="rect">
            <a:avLst/>
          </a:prstGeom>
        </p:spPr>
        <p:txBody>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400" dirty="0"/>
              <a:t>Real world is not so structured as in Kimball and </a:t>
            </a:r>
            <a:r>
              <a:rPr lang="en-US" sz="2400" dirty="0" err="1"/>
              <a:t>Inmon</a:t>
            </a:r>
            <a:r>
              <a:rPr lang="en-US" sz="2400" dirty="0"/>
              <a:t> books</a:t>
            </a:r>
            <a:endParaRPr lang="en-US" sz="2400" dirty="0">
              <a:hlinkClick r:id="rId4">
                <a:extLst>
                  <a:ext uri="{A12FA001-AC4F-418D-AE19-62706E023703}">
                    <ahyp:hlinkClr xmlns:ahyp="http://schemas.microsoft.com/office/drawing/2018/hyperlinkcolor" val="tx"/>
                  </a:ext>
                </a:extLst>
              </a:hlinkClick>
            </a:endParaRPr>
          </a:p>
          <a:p>
            <a:endParaRPr lang="en-US" sz="1400" dirty="0"/>
          </a:p>
        </p:txBody>
      </p:sp>
    </p:spTree>
    <p:extLst>
      <p:ext uri="{BB962C8B-B14F-4D97-AF65-F5344CB8AC3E}">
        <p14:creationId xmlns:p14="http://schemas.microsoft.com/office/powerpoint/2010/main" val="4001066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a:xfrm>
            <a:off x="480488" y="501571"/>
            <a:ext cx="11235265" cy="402336"/>
          </a:xfrm>
        </p:spPr>
        <p:txBody>
          <a:bodyPr/>
          <a:lstStyle/>
          <a:p>
            <a:r>
              <a:rPr lang="en-US" b="1" dirty="0"/>
              <a:t>Big Data architecture: Why do we need something besides DWH? </a:t>
            </a:r>
            <a:br>
              <a:rPr lang="en-US" sz="2000" dirty="0"/>
            </a:br>
            <a:endParaRPr lang="en-US" b="1" dirty="0"/>
          </a:p>
        </p:txBody>
      </p:sp>
      <p:sp>
        <p:nvSpPr>
          <p:cNvPr id="3" name="Содержимое 4">
            <a:extLst>
              <a:ext uri="{FF2B5EF4-FFF2-40B4-BE49-F238E27FC236}">
                <a16:creationId xmlns:a16="http://schemas.microsoft.com/office/drawing/2014/main" id="{8F7E0EB1-88D7-C21F-5DEF-FEB89DC758DC}"/>
              </a:ext>
            </a:extLst>
          </p:cNvPr>
          <p:cNvSpPr txBox="1">
            <a:spLocks/>
          </p:cNvSpPr>
          <p:nvPr/>
        </p:nvSpPr>
        <p:spPr>
          <a:xfrm>
            <a:off x="721060" y="1120812"/>
            <a:ext cx="10313883" cy="1545189"/>
          </a:xfrm>
          <a:prstGeom prst="rect">
            <a:avLst/>
          </a:prstGeom>
        </p:spPr>
        <p:txBody>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New technologies: DWH invented &gt;30 years ago</a:t>
            </a:r>
          </a:p>
          <a:p>
            <a:r>
              <a:rPr lang="en-US" sz="2400" dirty="0"/>
              <a:t>Lower storage cost and better performance</a:t>
            </a:r>
          </a:p>
          <a:p>
            <a:r>
              <a:rPr lang="en-US" sz="2400" dirty="0"/>
              <a:t>Agile business so no need to plan and implement thoughtfully</a:t>
            </a:r>
          </a:p>
          <a:p>
            <a:r>
              <a:rPr lang="en-US" sz="2400" dirty="0"/>
              <a:t>Limited access to raw and unstructured data (DS cases)</a:t>
            </a:r>
          </a:p>
          <a:p>
            <a:r>
              <a:rPr lang="en-US" sz="2400" dirty="0"/>
              <a:t>No streaming in DWH</a:t>
            </a:r>
          </a:p>
          <a:p>
            <a:r>
              <a:rPr lang="en-US" sz="2400" dirty="0"/>
              <a:t>No fast scalability of DWH (e.g. for Xmas season)</a:t>
            </a:r>
          </a:p>
          <a:p>
            <a:endParaRPr lang="en-US" sz="2400" dirty="0"/>
          </a:p>
          <a:p>
            <a:pPr marL="0" indent="0">
              <a:buNone/>
            </a:pPr>
            <a:r>
              <a:rPr lang="en-US" sz="2400" b="1" dirty="0"/>
              <a:t>We could adopt the progress and build better data solutions</a:t>
            </a:r>
          </a:p>
          <a:p>
            <a:r>
              <a:rPr lang="en-US" sz="2400" dirty="0"/>
              <a:t>Operate in the world with modern challenges</a:t>
            </a:r>
          </a:p>
          <a:p>
            <a:r>
              <a:rPr lang="en-US" sz="2400" dirty="0"/>
              <a:t>Fast time to market to test business assumptions</a:t>
            </a:r>
          </a:p>
          <a:p>
            <a:r>
              <a:rPr lang="en-US" sz="2400" dirty="0"/>
              <a:t>No upfront cost</a:t>
            </a:r>
            <a:br>
              <a:rPr lang="en-US" sz="2400" dirty="0"/>
            </a:br>
            <a:endParaRPr lang="en-US" sz="2400" dirty="0"/>
          </a:p>
          <a:p>
            <a:pPr marL="0" indent="0">
              <a:buNone/>
            </a:pPr>
            <a:endParaRPr lang="en-US" sz="2400" dirty="0"/>
          </a:p>
          <a:p>
            <a:pPr marL="0" indent="0">
              <a:buNone/>
            </a:pPr>
            <a:endParaRPr lang="en-US" sz="2400" dirty="0"/>
          </a:p>
          <a:p>
            <a:endParaRPr lang="en-US" sz="2400" dirty="0"/>
          </a:p>
          <a:p>
            <a:pPr marL="0" indent="0">
              <a:buNone/>
            </a:pPr>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4221860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p:txBody>
          <a:bodyPr/>
          <a:lstStyle/>
          <a:p>
            <a:r>
              <a:rPr lang="en-US" b="1" dirty="0"/>
              <a:t>Big Data architecture: Data Lake</a:t>
            </a:r>
          </a:p>
        </p:txBody>
      </p:sp>
      <p:sp>
        <p:nvSpPr>
          <p:cNvPr id="3" name="Содержимое 4">
            <a:extLst>
              <a:ext uri="{FF2B5EF4-FFF2-40B4-BE49-F238E27FC236}">
                <a16:creationId xmlns:a16="http://schemas.microsoft.com/office/drawing/2014/main" id="{8F7E0EB1-88D7-C21F-5DEF-FEB89DC758DC}"/>
              </a:ext>
            </a:extLst>
          </p:cNvPr>
          <p:cNvSpPr txBox="1">
            <a:spLocks/>
          </p:cNvSpPr>
          <p:nvPr/>
        </p:nvSpPr>
        <p:spPr>
          <a:xfrm>
            <a:off x="721060" y="1120812"/>
            <a:ext cx="10313883" cy="1545189"/>
          </a:xfrm>
          <a:prstGeom prst="rect">
            <a:avLst/>
          </a:prstGeom>
        </p:spPr>
        <p:txBody>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400" dirty="0"/>
              <a:t>A central cheap location that holds a large amount of data in its native, raw format</a:t>
            </a:r>
          </a:p>
          <a:p>
            <a:r>
              <a:rPr lang="en-US" sz="1400" dirty="0"/>
              <a:t>Just any files in buckets (+ tools to process it). Buckets: S3, Google Cloud Storage, Azure storage, HDFS, DBFS, etc.</a:t>
            </a:r>
          </a:p>
          <a:p>
            <a:r>
              <a:rPr lang="en-US" sz="1400" dirty="0"/>
              <a:t>ETL vs ELT: storage decoupled from transformations</a:t>
            </a:r>
          </a:p>
          <a:p>
            <a:r>
              <a:rPr lang="en-US" sz="1400" dirty="0"/>
              <a:t>Analytics could be built on top of every file</a:t>
            </a:r>
          </a:p>
          <a:p>
            <a:r>
              <a:rPr lang="en-US" sz="1400" dirty="0"/>
              <a:t>Poor Data Quality and Governance, no ACID transactions, Data Swamp (ungoverned unused data)</a:t>
            </a:r>
          </a:p>
        </p:txBody>
      </p:sp>
      <p:graphicFrame>
        <p:nvGraphicFramePr>
          <p:cNvPr id="2" name="Table 4">
            <a:extLst>
              <a:ext uri="{FF2B5EF4-FFF2-40B4-BE49-F238E27FC236}">
                <a16:creationId xmlns:a16="http://schemas.microsoft.com/office/drawing/2014/main" id="{D674F700-C0F0-A20A-A58E-28C2E032C34D}"/>
              </a:ext>
            </a:extLst>
          </p:cNvPr>
          <p:cNvGraphicFramePr>
            <a:graphicFrameLocks noGrp="1"/>
          </p:cNvGraphicFramePr>
          <p:nvPr>
            <p:extLst>
              <p:ext uri="{D42A27DB-BD31-4B8C-83A1-F6EECF244321}">
                <p14:modId xmlns:p14="http://schemas.microsoft.com/office/powerpoint/2010/main" val="593193686"/>
              </p:ext>
            </p:extLst>
          </p:nvPr>
        </p:nvGraphicFramePr>
        <p:xfrm>
          <a:off x="798004" y="3049965"/>
          <a:ext cx="10556535" cy="3226549"/>
        </p:xfrm>
        <a:graphic>
          <a:graphicData uri="http://schemas.openxmlformats.org/drawingml/2006/table">
            <a:tbl>
              <a:tblPr firstRow="1" bandRow="1">
                <a:tableStyleId>{5C22544A-7EE6-4342-B048-85BDC9FD1C3A}</a:tableStyleId>
              </a:tblPr>
              <a:tblGrid>
                <a:gridCol w="1492435">
                  <a:extLst>
                    <a:ext uri="{9D8B030D-6E8A-4147-A177-3AD203B41FA5}">
                      <a16:colId xmlns:a16="http://schemas.microsoft.com/office/drawing/2014/main" val="1662692860"/>
                    </a:ext>
                  </a:extLst>
                </a:gridCol>
                <a:gridCol w="4376691">
                  <a:extLst>
                    <a:ext uri="{9D8B030D-6E8A-4147-A177-3AD203B41FA5}">
                      <a16:colId xmlns:a16="http://schemas.microsoft.com/office/drawing/2014/main" val="2798932802"/>
                    </a:ext>
                  </a:extLst>
                </a:gridCol>
                <a:gridCol w="4687409">
                  <a:extLst>
                    <a:ext uri="{9D8B030D-6E8A-4147-A177-3AD203B41FA5}">
                      <a16:colId xmlns:a16="http://schemas.microsoft.com/office/drawing/2014/main" val="3144695994"/>
                    </a:ext>
                  </a:extLst>
                </a:gridCol>
              </a:tblGrid>
              <a:tr h="408920">
                <a:tc>
                  <a:txBody>
                    <a:bodyPr/>
                    <a:lstStyle/>
                    <a:p>
                      <a:pPr algn="l"/>
                      <a:r>
                        <a:rPr lang="en-US" sz="1000" dirty="0">
                          <a:effectLst/>
                        </a:rPr>
                        <a:t>Characteristics</a:t>
                      </a:r>
                    </a:p>
                  </a:txBody>
                  <a:tcPr marL="50800" marR="50800" marT="63500" marB="63500" anchor="ctr"/>
                </a:tc>
                <a:tc>
                  <a:txBody>
                    <a:bodyPr/>
                    <a:lstStyle/>
                    <a:p>
                      <a:pPr algn="l"/>
                      <a:r>
                        <a:rPr lang="en-US" sz="1000">
                          <a:effectLst/>
                        </a:rPr>
                        <a:t>Data Warehouse</a:t>
                      </a:r>
                    </a:p>
                  </a:txBody>
                  <a:tcPr marL="50800" marR="50800" marT="63500" marB="63500" anchor="ctr"/>
                </a:tc>
                <a:tc>
                  <a:txBody>
                    <a:bodyPr/>
                    <a:lstStyle/>
                    <a:p>
                      <a:pPr algn="l"/>
                      <a:r>
                        <a:rPr lang="en-US" sz="1000">
                          <a:effectLst/>
                        </a:rPr>
                        <a:t>Data Lake</a:t>
                      </a:r>
                    </a:p>
                  </a:txBody>
                  <a:tcPr marL="50800" marR="50800" marT="63500" marB="63500" anchor="ctr"/>
                </a:tc>
                <a:extLst>
                  <a:ext uri="{0D108BD9-81ED-4DB2-BD59-A6C34878D82A}">
                    <a16:rowId xmlns:a16="http://schemas.microsoft.com/office/drawing/2014/main" val="1988479944"/>
                  </a:ext>
                </a:extLst>
              </a:tr>
              <a:tr h="448132">
                <a:tc>
                  <a:txBody>
                    <a:bodyPr/>
                    <a:lstStyle/>
                    <a:p>
                      <a:r>
                        <a:rPr lang="en-US" sz="1000">
                          <a:effectLst/>
                        </a:rPr>
                        <a:t>Data</a:t>
                      </a:r>
                    </a:p>
                  </a:txBody>
                  <a:tcPr marL="50800" marR="50800" marT="50800" marB="50800" anchor="ctr"/>
                </a:tc>
                <a:tc>
                  <a:txBody>
                    <a:bodyPr/>
                    <a:lstStyle/>
                    <a:p>
                      <a:r>
                        <a:rPr lang="en-US" sz="1000">
                          <a:effectLst/>
                        </a:rPr>
                        <a:t>Relational data from transactional systems, operational databases, and line of business applications</a:t>
                      </a:r>
                    </a:p>
                  </a:txBody>
                  <a:tcPr marL="50800" marR="50800" marT="50800" marB="50800" anchor="ctr"/>
                </a:tc>
                <a:tc>
                  <a:txBody>
                    <a:bodyPr/>
                    <a:lstStyle/>
                    <a:p>
                      <a:r>
                        <a:rPr lang="en-US" sz="1000">
                          <a:effectLst/>
                        </a:rPr>
                        <a:t>All data, including structured, semi-structured, and unstructured</a:t>
                      </a:r>
                    </a:p>
                  </a:txBody>
                  <a:tcPr marL="50800" marR="50800" marT="50800" marB="50800" anchor="ctr"/>
                </a:tc>
                <a:extLst>
                  <a:ext uri="{0D108BD9-81ED-4DB2-BD59-A6C34878D82A}">
                    <a16:rowId xmlns:a16="http://schemas.microsoft.com/office/drawing/2014/main" val="2519706827"/>
                  </a:ext>
                </a:extLst>
              </a:tr>
              <a:tr h="616181">
                <a:tc>
                  <a:txBody>
                    <a:bodyPr/>
                    <a:lstStyle/>
                    <a:p>
                      <a:r>
                        <a:rPr lang="en-US" sz="1000">
                          <a:effectLst/>
                        </a:rPr>
                        <a:t>Schema</a:t>
                      </a:r>
                    </a:p>
                  </a:txBody>
                  <a:tcPr marL="50800" marR="50800" marT="50800" marB="50800" anchor="ctr"/>
                </a:tc>
                <a:tc>
                  <a:txBody>
                    <a:bodyPr/>
                    <a:lstStyle/>
                    <a:p>
                      <a:r>
                        <a:rPr lang="en-US" sz="1000" dirty="0">
                          <a:effectLst/>
                        </a:rPr>
                        <a:t>Often designed prior to the data warehouse implementation but also can be written at the time of analysis (schema-on-write or schema-on-read)</a:t>
                      </a:r>
                    </a:p>
                  </a:txBody>
                  <a:tcPr marL="50800" marR="50800" marT="50800" marB="50800" anchor="ctr"/>
                </a:tc>
                <a:tc>
                  <a:txBody>
                    <a:bodyPr/>
                    <a:lstStyle/>
                    <a:p>
                      <a:r>
                        <a:rPr lang="en-US" sz="1000">
                          <a:effectLst/>
                        </a:rPr>
                        <a:t>Written at the time of analysis (schema-on-read)</a:t>
                      </a:r>
                    </a:p>
                  </a:txBody>
                  <a:tcPr marL="50800" marR="50800" marT="50800" marB="50800" anchor="ctr"/>
                </a:tc>
                <a:extLst>
                  <a:ext uri="{0D108BD9-81ED-4DB2-BD59-A6C34878D82A}">
                    <a16:rowId xmlns:a16="http://schemas.microsoft.com/office/drawing/2014/main" val="4016589065"/>
                  </a:ext>
                </a:extLst>
              </a:tr>
              <a:tr h="448132">
                <a:tc>
                  <a:txBody>
                    <a:bodyPr/>
                    <a:lstStyle/>
                    <a:p>
                      <a:r>
                        <a:rPr lang="en-US" sz="1000">
                          <a:effectLst/>
                        </a:rPr>
                        <a:t>Price/Performance</a:t>
                      </a:r>
                    </a:p>
                  </a:txBody>
                  <a:tcPr marL="50800" marR="50800" marT="50800" marB="50800" anchor="ctr"/>
                </a:tc>
                <a:tc>
                  <a:txBody>
                    <a:bodyPr/>
                    <a:lstStyle/>
                    <a:p>
                      <a:r>
                        <a:rPr lang="en-US" sz="1000">
                          <a:effectLst/>
                        </a:rPr>
                        <a:t>Fastest query results using local storage</a:t>
                      </a:r>
                    </a:p>
                  </a:txBody>
                  <a:tcPr marL="50800" marR="50800" marT="50800" marB="50800" anchor="ctr"/>
                </a:tc>
                <a:tc>
                  <a:txBody>
                    <a:bodyPr/>
                    <a:lstStyle/>
                    <a:p>
                      <a:r>
                        <a:rPr lang="en-US" sz="1000" dirty="0">
                          <a:effectLst/>
                        </a:rPr>
                        <a:t>Much cheaper. Query results getting faster using low-cost storage and decoupling of computing and storage</a:t>
                      </a:r>
                    </a:p>
                  </a:txBody>
                  <a:tcPr marL="50800" marR="50800" marT="50800" marB="50800" anchor="ctr"/>
                </a:tc>
                <a:extLst>
                  <a:ext uri="{0D108BD9-81ED-4DB2-BD59-A6C34878D82A}">
                    <a16:rowId xmlns:a16="http://schemas.microsoft.com/office/drawing/2014/main" val="3856846830"/>
                  </a:ext>
                </a:extLst>
              </a:tr>
              <a:tr h="408920">
                <a:tc>
                  <a:txBody>
                    <a:bodyPr/>
                    <a:lstStyle/>
                    <a:p>
                      <a:r>
                        <a:rPr lang="en-US" sz="1000">
                          <a:effectLst/>
                        </a:rPr>
                        <a:t>Data quality</a:t>
                      </a:r>
                    </a:p>
                  </a:txBody>
                  <a:tcPr marL="50800" marR="50800" marT="50800" marB="50800" anchor="ctr"/>
                </a:tc>
                <a:tc>
                  <a:txBody>
                    <a:bodyPr/>
                    <a:lstStyle/>
                    <a:p>
                      <a:r>
                        <a:rPr lang="en-US" sz="1000">
                          <a:effectLst/>
                        </a:rPr>
                        <a:t>Highly curated data that serves as the central version of the truth</a:t>
                      </a:r>
                    </a:p>
                  </a:txBody>
                  <a:tcPr marL="50800" marR="50800" marT="50800" marB="50800" anchor="ctr"/>
                </a:tc>
                <a:tc>
                  <a:txBody>
                    <a:bodyPr/>
                    <a:lstStyle/>
                    <a:p>
                      <a:r>
                        <a:rPr lang="en-US" sz="1000">
                          <a:effectLst/>
                        </a:rPr>
                        <a:t>Any data that may or may not be curated (i.e. raw data)</a:t>
                      </a:r>
                    </a:p>
                  </a:txBody>
                  <a:tcPr marL="50800" marR="50800" marT="50800" marB="50800" anchor="ctr"/>
                </a:tc>
                <a:extLst>
                  <a:ext uri="{0D108BD9-81ED-4DB2-BD59-A6C34878D82A}">
                    <a16:rowId xmlns:a16="http://schemas.microsoft.com/office/drawing/2014/main" val="1751057508"/>
                  </a:ext>
                </a:extLst>
              </a:tr>
              <a:tr h="448132">
                <a:tc>
                  <a:txBody>
                    <a:bodyPr/>
                    <a:lstStyle/>
                    <a:p>
                      <a:r>
                        <a:rPr lang="en-US" sz="1000">
                          <a:effectLst/>
                        </a:rPr>
                        <a:t>Users</a:t>
                      </a:r>
                    </a:p>
                  </a:txBody>
                  <a:tcPr marL="50800" marR="50800" marT="50800" marB="50800" anchor="ctr"/>
                </a:tc>
                <a:tc>
                  <a:txBody>
                    <a:bodyPr/>
                    <a:lstStyle/>
                    <a:p>
                      <a:r>
                        <a:rPr lang="en-US" sz="1000">
                          <a:effectLst/>
                        </a:rPr>
                        <a:t>Business analysts, data scientists, and data developers</a:t>
                      </a:r>
                    </a:p>
                  </a:txBody>
                  <a:tcPr marL="50800" marR="50800" marT="50800" marB="50800" anchor="ctr"/>
                </a:tc>
                <a:tc>
                  <a:txBody>
                    <a:bodyPr/>
                    <a:lstStyle/>
                    <a:p>
                      <a:r>
                        <a:rPr lang="en-US" sz="1000">
                          <a:effectLst/>
                        </a:rPr>
                        <a:t>Business analysts (using curated data), data scientists, data developers, data engineers, and data architects</a:t>
                      </a:r>
                    </a:p>
                  </a:txBody>
                  <a:tcPr marL="50800" marR="50800" marT="50800" marB="50800" anchor="ctr"/>
                </a:tc>
                <a:extLst>
                  <a:ext uri="{0D108BD9-81ED-4DB2-BD59-A6C34878D82A}">
                    <a16:rowId xmlns:a16="http://schemas.microsoft.com/office/drawing/2014/main" val="4081043245"/>
                  </a:ext>
                </a:extLst>
              </a:tr>
              <a:tr h="448132">
                <a:tc>
                  <a:txBody>
                    <a:bodyPr/>
                    <a:lstStyle/>
                    <a:p>
                      <a:r>
                        <a:rPr lang="en-US" sz="1000">
                          <a:effectLst/>
                        </a:rPr>
                        <a:t>Analytics</a:t>
                      </a:r>
                    </a:p>
                  </a:txBody>
                  <a:tcPr marL="50800" marR="50800" marT="50800" marB="50800" anchor="ctr"/>
                </a:tc>
                <a:tc>
                  <a:txBody>
                    <a:bodyPr/>
                    <a:lstStyle/>
                    <a:p>
                      <a:r>
                        <a:rPr lang="en-US" sz="1000">
                          <a:effectLst/>
                        </a:rPr>
                        <a:t>Batch reporting, BI, and visualizations</a:t>
                      </a:r>
                    </a:p>
                  </a:txBody>
                  <a:tcPr marL="50800" marR="50800" marT="50800" marB="50800" anchor="ctr"/>
                </a:tc>
                <a:tc>
                  <a:txBody>
                    <a:bodyPr/>
                    <a:lstStyle/>
                    <a:p>
                      <a:r>
                        <a:rPr lang="en-US" sz="1000" dirty="0">
                          <a:effectLst/>
                        </a:rPr>
                        <a:t>Machine learning, exploratory analytics, data discovery, streaming, operational analytics, big data, and profiling</a:t>
                      </a:r>
                    </a:p>
                  </a:txBody>
                  <a:tcPr marL="50800" marR="50800" marT="50800" marB="50800" anchor="ctr"/>
                </a:tc>
                <a:extLst>
                  <a:ext uri="{0D108BD9-81ED-4DB2-BD59-A6C34878D82A}">
                    <a16:rowId xmlns:a16="http://schemas.microsoft.com/office/drawing/2014/main" val="681555609"/>
                  </a:ext>
                </a:extLst>
              </a:tr>
            </a:tbl>
          </a:graphicData>
        </a:graphic>
      </p:graphicFrame>
      <p:sp>
        <p:nvSpPr>
          <p:cNvPr id="7" name="TextBox 6">
            <a:extLst>
              <a:ext uri="{FF2B5EF4-FFF2-40B4-BE49-F238E27FC236}">
                <a16:creationId xmlns:a16="http://schemas.microsoft.com/office/drawing/2014/main" id="{B092EBF1-E0C5-109A-874C-A326590CD9C6}"/>
              </a:ext>
            </a:extLst>
          </p:cNvPr>
          <p:cNvSpPr txBox="1"/>
          <p:nvPr/>
        </p:nvSpPr>
        <p:spPr>
          <a:xfrm>
            <a:off x="739803" y="6241002"/>
            <a:ext cx="6094520" cy="215444"/>
          </a:xfrm>
          <a:prstGeom prst="rect">
            <a:avLst/>
          </a:prstGeom>
          <a:noFill/>
        </p:spPr>
        <p:txBody>
          <a:bodyPr wrap="square">
            <a:spAutoFit/>
          </a:bodyPr>
          <a:lstStyle/>
          <a:p>
            <a:r>
              <a:rPr lang="en-US" sz="800" dirty="0"/>
              <a:t>https://aws.amazon.com/data-warehouse/</a:t>
            </a:r>
          </a:p>
        </p:txBody>
      </p:sp>
    </p:spTree>
    <p:extLst>
      <p:ext uri="{BB962C8B-B14F-4D97-AF65-F5344CB8AC3E}">
        <p14:creationId xmlns:p14="http://schemas.microsoft.com/office/powerpoint/2010/main" val="3177466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p:txBody>
          <a:bodyPr/>
          <a:lstStyle/>
          <a:p>
            <a:r>
              <a:rPr lang="en-US" b="1" dirty="0"/>
              <a:t>Big Data architecture: Challenges</a:t>
            </a:r>
          </a:p>
        </p:txBody>
      </p:sp>
      <p:pic>
        <p:nvPicPr>
          <p:cNvPr id="7" name="Picture 6">
            <a:extLst>
              <a:ext uri="{FF2B5EF4-FFF2-40B4-BE49-F238E27FC236}">
                <a16:creationId xmlns:a16="http://schemas.microsoft.com/office/drawing/2014/main" id="{6546C266-23E5-5D29-2B96-543B8A041C75}"/>
              </a:ext>
            </a:extLst>
          </p:cNvPr>
          <p:cNvPicPr>
            <a:picLocks noChangeAspect="1"/>
          </p:cNvPicPr>
          <p:nvPr/>
        </p:nvPicPr>
        <p:blipFill>
          <a:blip r:embed="rId2"/>
          <a:stretch>
            <a:fillRect/>
          </a:stretch>
        </p:blipFill>
        <p:spPr>
          <a:xfrm>
            <a:off x="794597" y="1123628"/>
            <a:ext cx="10602805" cy="4610743"/>
          </a:xfrm>
          <a:prstGeom prst="rect">
            <a:avLst/>
          </a:prstGeom>
        </p:spPr>
      </p:pic>
    </p:spTree>
    <p:extLst>
      <p:ext uri="{BB962C8B-B14F-4D97-AF65-F5344CB8AC3E}">
        <p14:creationId xmlns:p14="http://schemas.microsoft.com/office/powerpoint/2010/main" val="4271509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treemap chart&#10;&#10;Description automatically generated">
            <a:extLst>
              <a:ext uri="{FF2B5EF4-FFF2-40B4-BE49-F238E27FC236}">
                <a16:creationId xmlns:a16="http://schemas.microsoft.com/office/drawing/2014/main" id="{2921D55F-895B-5CD0-948A-2F2A6374765E}"/>
              </a:ext>
            </a:extLst>
          </p:cNvPr>
          <p:cNvPicPr>
            <a:picLocks noChangeAspect="1"/>
          </p:cNvPicPr>
          <p:nvPr/>
        </p:nvPicPr>
        <p:blipFill rotWithShape="1">
          <a:blip r:embed="rId4"/>
          <a:srcRect l="1486" t="12344" r="926" b="4337"/>
          <a:stretch/>
        </p:blipFill>
        <p:spPr>
          <a:xfrm>
            <a:off x="1097280" y="3345339"/>
            <a:ext cx="8354630" cy="2784877"/>
          </a:xfrm>
          <a:prstGeom prst="rect">
            <a:avLst/>
          </a:prstGeom>
        </p:spPr>
      </p:pic>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p:txBody>
          <a:bodyPr/>
          <a:lstStyle/>
          <a:p>
            <a:r>
              <a:rPr lang="en-US" b="1" dirty="0"/>
              <a:t>Big Data architecture: Lakehouse</a:t>
            </a:r>
          </a:p>
        </p:txBody>
      </p:sp>
      <p:sp>
        <p:nvSpPr>
          <p:cNvPr id="2" name="Содержимое 4">
            <a:extLst>
              <a:ext uri="{FF2B5EF4-FFF2-40B4-BE49-F238E27FC236}">
                <a16:creationId xmlns:a16="http://schemas.microsoft.com/office/drawing/2014/main" id="{D7230C45-F116-F984-9851-5D152AAFEB1F}"/>
              </a:ext>
            </a:extLst>
          </p:cNvPr>
          <p:cNvSpPr txBox="1">
            <a:spLocks/>
          </p:cNvSpPr>
          <p:nvPr/>
        </p:nvSpPr>
        <p:spPr>
          <a:xfrm>
            <a:off x="721060" y="981913"/>
            <a:ext cx="10313883" cy="3300720"/>
          </a:xfrm>
          <a:prstGeom prst="rect">
            <a:avLst/>
          </a:prstGeom>
        </p:spPr>
        <p:txBody>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400" dirty="0"/>
              <a:t>Best of two worlds - hybrid architecture: DWH on top of Data Lake</a:t>
            </a:r>
          </a:p>
          <a:p>
            <a:r>
              <a:rPr lang="en-US" sz="1800" dirty="0" err="1"/>
              <a:t>Structured&amp;unstructured</a:t>
            </a:r>
            <a:r>
              <a:rPr lang="en-US" sz="1800" dirty="0"/>
              <a:t> data, ELT, Data Marts, DS jobs with data from any layer, Streaming sources, ACID, open formats</a:t>
            </a:r>
          </a:p>
          <a:p>
            <a:r>
              <a:rPr lang="en-US" sz="1800" dirty="0"/>
              <a:t>Add governance and quality to Data Lakes</a:t>
            </a:r>
          </a:p>
          <a:p>
            <a:r>
              <a:rPr lang="en-US" sz="1800" dirty="0"/>
              <a:t>3-layer architecture (see next slide)</a:t>
            </a:r>
          </a:p>
          <a:p>
            <a:r>
              <a:rPr lang="en-US" sz="1800" dirty="0"/>
              <a:t>Track data up to the source</a:t>
            </a:r>
          </a:p>
          <a:p>
            <a:r>
              <a:rPr lang="en-US" sz="1800" dirty="0"/>
              <a:t>Use any data for ML and AI studies</a:t>
            </a:r>
          </a:p>
        </p:txBody>
      </p:sp>
    </p:spTree>
    <p:extLst>
      <p:ext uri="{BB962C8B-B14F-4D97-AF65-F5344CB8AC3E}">
        <p14:creationId xmlns:p14="http://schemas.microsoft.com/office/powerpoint/2010/main" val="3865058273"/>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p:txBody>
          <a:bodyPr/>
          <a:lstStyle/>
          <a:p>
            <a:r>
              <a:rPr lang="en-US" b="1" dirty="0"/>
              <a:t>Big Data architecture: Lakehouse</a:t>
            </a:r>
          </a:p>
        </p:txBody>
      </p:sp>
      <p:sp>
        <p:nvSpPr>
          <p:cNvPr id="2" name="Содержимое 4">
            <a:extLst>
              <a:ext uri="{FF2B5EF4-FFF2-40B4-BE49-F238E27FC236}">
                <a16:creationId xmlns:a16="http://schemas.microsoft.com/office/drawing/2014/main" id="{D7230C45-F116-F984-9851-5D152AAFEB1F}"/>
              </a:ext>
            </a:extLst>
          </p:cNvPr>
          <p:cNvSpPr txBox="1">
            <a:spLocks/>
          </p:cNvSpPr>
          <p:nvPr/>
        </p:nvSpPr>
        <p:spPr>
          <a:xfrm>
            <a:off x="721060" y="981913"/>
            <a:ext cx="10313883" cy="3300720"/>
          </a:xfrm>
          <a:prstGeom prst="rect">
            <a:avLst/>
          </a:prstGeom>
        </p:spPr>
        <p:txBody>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400" b="1" dirty="0"/>
              <a:t>3-layer architecture:</a:t>
            </a:r>
            <a:endParaRPr lang="en-US" sz="1800" b="1" dirty="0"/>
          </a:p>
          <a:p>
            <a:r>
              <a:rPr lang="en-US" b="1" dirty="0"/>
              <a:t>Bronze</a:t>
            </a:r>
            <a:r>
              <a:rPr lang="en-US" dirty="0"/>
              <a:t> (Raw, Landing, Ingestion): Not cleaned data, ingest as is, no data to be dropped. </a:t>
            </a:r>
          </a:p>
          <a:p>
            <a:r>
              <a:rPr lang="en-US" b="1" dirty="0"/>
              <a:t>Silver</a:t>
            </a:r>
            <a:r>
              <a:rPr lang="en-US" dirty="0"/>
              <a:t> (Refinement, Staging, Validated, Standardization, Clean): Refined Tables. Schema added. Joins, transformations, refinement, filtration, cleansing. To not lose data by overwriting data in the Bronze layer. Reproducibility after mistakes, possibility to </a:t>
            </a:r>
            <a:r>
              <a:rPr lang="en-US" i="1" dirty="0"/>
              <a:t>take a step back</a:t>
            </a:r>
            <a:r>
              <a:rPr lang="en-US" dirty="0"/>
              <a:t>. </a:t>
            </a:r>
          </a:p>
          <a:p>
            <a:r>
              <a:rPr lang="en-US" b="1" dirty="0"/>
              <a:t>Gold</a:t>
            </a:r>
            <a:r>
              <a:rPr lang="en-US" dirty="0"/>
              <a:t> (Production, Analytics, Curated, Enriched): Layer where data becomes information. Aggregated data, to be used for reports by business, ML. Primary zone for applications, teams, and users to consume data products.</a:t>
            </a:r>
            <a:endParaRPr lang="en-US" sz="1600" dirty="0"/>
          </a:p>
        </p:txBody>
      </p:sp>
      <p:sp>
        <p:nvSpPr>
          <p:cNvPr id="11" name="TextBox 10">
            <a:extLst>
              <a:ext uri="{FF2B5EF4-FFF2-40B4-BE49-F238E27FC236}">
                <a16:creationId xmlns:a16="http://schemas.microsoft.com/office/drawing/2014/main" id="{681CF26D-44D4-DFD3-44EC-3FC0E74CFBFC}"/>
              </a:ext>
            </a:extLst>
          </p:cNvPr>
          <p:cNvSpPr txBox="1"/>
          <p:nvPr/>
        </p:nvSpPr>
        <p:spPr>
          <a:xfrm>
            <a:off x="721060" y="5779296"/>
            <a:ext cx="6094070" cy="369332"/>
          </a:xfrm>
          <a:prstGeom prst="rect">
            <a:avLst/>
          </a:prstGeom>
          <a:noFill/>
        </p:spPr>
        <p:txBody>
          <a:bodyPr wrap="square">
            <a:spAutoFit/>
          </a:bodyPr>
          <a:lstStyle/>
          <a:p>
            <a:pPr marL="0" indent="0">
              <a:buNone/>
            </a:pPr>
            <a:r>
              <a:rPr lang="en-US" sz="1800" dirty="0">
                <a:solidFill>
                  <a:srgbClr val="0A0A23"/>
                </a:solidFill>
                <a:latin typeface="Lato"/>
              </a:rPr>
              <a:t>Just a framework, not 100% template for all use</a:t>
            </a:r>
          </a:p>
        </p:txBody>
      </p:sp>
    </p:spTree>
    <p:extLst>
      <p:ext uri="{BB962C8B-B14F-4D97-AF65-F5344CB8AC3E}">
        <p14:creationId xmlns:p14="http://schemas.microsoft.com/office/powerpoint/2010/main" val="912818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1204207C-4749-465C-9AA4-8700029322EB}"/>
              </a:ext>
            </a:extLst>
          </p:cNvPr>
          <p:cNvSpPr txBox="1">
            <a:spLocks/>
          </p:cNvSpPr>
          <p:nvPr/>
        </p:nvSpPr>
        <p:spPr>
          <a:xfrm>
            <a:off x="2686050" y="2819400"/>
            <a:ext cx="6819900" cy="1219200"/>
          </a:xfrm>
          <a:prstGeom prst="rect">
            <a:avLst/>
          </a:prstGeom>
          <a:ln>
            <a:solidFill>
              <a:schemeClr val="bg1"/>
            </a:solidFill>
          </a:ln>
        </p:spPr>
        <p:txBody>
          <a:bodyPr anchor="ctr"/>
          <a:lstStyle>
            <a:lvl1pPr algn="l" defTabSz="914400" rtl="0" eaLnBrk="1" latinLnBrk="0" hangingPunct="1">
              <a:lnSpc>
                <a:spcPct val="100000"/>
              </a:lnSpc>
              <a:spcBef>
                <a:spcPct val="0"/>
              </a:spcBef>
              <a:buNone/>
              <a:defRPr sz="2000" kern="1200" cap="none" spc="100" baseline="0">
                <a:solidFill>
                  <a:schemeClr val="tx1"/>
                </a:solidFill>
                <a:latin typeface="+mj-lt"/>
                <a:ea typeface="+mj-ea"/>
                <a:cs typeface="+mj-cs"/>
              </a:defRPr>
            </a:lvl1pPr>
          </a:lstStyle>
          <a:p>
            <a:pPr algn="ctr"/>
            <a:r>
              <a:rPr lang="en-US" sz="2400" b="1" dirty="0">
                <a:solidFill>
                  <a:schemeClr val="bg1"/>
                </a:solidFill>
              </a:rPr>
              <a:t>WHY SO FAST? </a:t>
            </a:r>
          </a:p>
          <a:p>
            <a:pPr algn="ctr"/>
            <a:r>
              <a:rPr lang="en-US" sz="2400" b="1" dirty="0">
                <a:solidFill>
                  <a:schemeClr val="bg1"/>
                </a:solidFill>
              </a:rPr>
              <a:t>MAP-REDUCE, OPTIMIZATION TECHNIQUES</a:t>
            </a:r>
          </a:p>
        </p:txBody>
      </p:sp>
    </p:spTree>
    <p:extLst>
      <p:ext uri="{BB962C8B-B14F-4D97-AF65-F5344CB8AC3E}">
        <p14:creationId xmlns:p14="http://schemas.microsoft.com/office/powerpoint/2010/main" val="3194815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p:txBody>
          <a:bodyPr/>
          <a:lstStyle/>
          <a:p>
            <a:r>
              <a:rPr lang="en-US" b="1" dirty="0"/>
              <a:t>Why so fast? Map-Reduce, optimization techniques</a:t>
            </a:r>
          </a:p>
        </p:txBody>
      </p:sp>
      <p:sp>
        <p:nvSpPr>
          <p:cNvPr id="6" name="Содержимое 4">
            <a:extLst>
              <a:ext uri="{FF2B5EF4-FFF2-40B4-BE49-F238E27FC236}">
                <a16:creationId xmlns:a16="http://schemas.microsoft.com/office/drawing/2014/main" id="{D3BA2C7D-9B91-4693-88E8-37BE3860B289}"/>
              </a:ext>
            </a:extLst>
          </p:cNvPr>
          <p:cNvSpPr txBox="1">
            <a:spLocks/>
          </p:cNvSpPr>
          <p:nvPr/>
        </p:nvSpPr>
        <p:spPr>
          <a:xfrm>
            <a:off x="380432" y="1211371"/>
            <a:ext cx="11472043" cy="3985662"/>
          </a:xfrm>
          <a:prstGeom prst="rect">
            <a:avLst/>
          </a:prstGeom>
        </p:spPr>
        <p:txBody>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latin typeface="Trebuchet MS" panose="020B0603020202020204" pitchFamily="34" charset="0"/>
              </a:rPr>
              <a:t>MPP: Clusters, nodes, workers</a:t>
            </a:r>
          </a:p>
          <a:p>
            <a:r>
              <a:rPr lang="en-US" sz="2400" dirty="0">
                <a:latin typeface="Trebuchet MS" panose="020B0603020202020204" pitchFamily="34" charset="0"/>
              </a:rPr>
              <a:t>Different roles in cluster: Driver-Worker, Driver does not calculate, only aggregates the calculation done by Workers and orchestrates (gives commands)</a:t>
            </a:r>
            <a:endParaRPr lang="ru-RU" sz="2400" dirty="0">
              <a:latin typeface="Trebuchet MS" panose="020B0603020202020204" pitchFamily="34" charset="0"/>
            </a:endParaRPr>
          </a:p>
          <a:p>
            <a:r>
              <a:rPr lang="en-US" sz="2400" dirty="0">
                <a:latin typeface="Trebuchet MS" panose="020B0603020202020204" pitchFamily="34" charset="0"/>
              </a:rPr>
              <a:t>Hadoop ecosystem: HDFS (</a:t>
            </a:r>
            <a:r>
              <a:rPr lang="en-US" sz="2400" dirty="0" err="1">
                <a:latin typeface="Trebuchet MS" panose="020B0603020202020204" pitchFamily="34" charset="0"/>
              </a:rPr>
              <a:t>NameNode</a:t>
            </a:r>
            <a:r>
              <a:rPr lang="en-US" sz="2400" dirty="0">
                <a:latin typeface="Trebuchet MS" panose="020B0603020202020204" pitchFamily="34" charset="0"/>
              </a:rPr>
              <a:t>, </a:t>
            </a:r>
            <a:r>
              <a:rPr lang="en-US" sz="2400" dirty="0" err="1">
                <a:latin typeface="Trebuchet MS" panose="020B0603020202020204" pitchFamily="34" charset="0"/>
              </a:rPr>
              <a:t>DataNode</a:t>
            </a:r>
            <a:r>
              <a:rPr lang="en-US" sz="2400" dirty="0">
                <a:latin typeface="Trebuchet MS" panose="020B0603020202020204" pitchFamily="34" charset="0"/>
              </a:rPr>
              <a:t>), Map-Reduce, Orchestration. Horizontal scalability on commodity hardware</a:t>
            </a:r>
          </a:p>
          <a:p>
            <a:r>
              <a:rPr lang="en-US" sz="2400" dirty="0">
                <a:latin typeface="Trebuchet MS" panose="020B0603020202020204" pitchFamily="34" charset="0"/>
              </a:rPr>
              <a:t>Rack awareness</a:t>
            </a:r>
          </a:p>
          <a:p>
            <a:r>
              <a:rPr lang="en-US" sz="2400" dirty="0">
                <a:latin typeface="Trebuchet MS" panose="020B0603020202020204" pitchFamily="34" charset="0"/>
              </a:rPr>
              <a:t>Data locality - moving computation to data, not data to computation: shared variables, broadcast joins</a:t>
            </a:r>
          </a:p>
          <a:p>
            <a:r>
              <a:rPr lang="en-US" sz="2400" dirty="0">
                <a:latin typeface="Trebuchet MS" panose="020B0603020202020204" pitchFamily="34" charset="0"/>
              </a:rPr>
              <a:t>Special file type to read it partially and good for compression</a:t>
            </a:r>
          </a:p>
          <a:p>
            <a:r>
              <a:rPr lang="en-US" sz="2400" dirty="0">
                <a:latin typeface="Trebuchet MS" panose="020B0603020202020204" pitchFamily="34" charset="0"/>
              </a:rPr>
              <a:t>Columnar DBs and file types</a:t>
            </a:r>
          </a:p>
        </p:txBody>
      </p:sp>
    </p:spTree>
    <p:extLst>
      <p:ext uri="{BB962C8B-B14F-4D97-AF65-F5344CB8AC3E}">
        <p14:creationId xmlns:p14="http://schemas.microsoft.com/office/powerpoint/2010/main" val="1649305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p:txBody>
          <a:bodyPr/>
          <a:lstStyle/>
          <a:p>
            <a:r>
              <a:rPr lang="en-US" b="1" dirty="0"/>
              <a:t>Why so fast? Map-Reduce, optimization techniques</a:t>
            </a:r>
          </a:p>
        </p:txBody>
      </p:sp>
      <p:sp>
        <p:nvSpPr>
          <p:cNvPr id="6" name="Содержимое 4">
            <a:extLst>
              <a:ext uri="{FF2B5EF4-FFF2-40B4-BE49-F238E27FC236}">
                <a16:creationId xmlns:a16="http://schemas.microsoft.com/office/drawing/2014/main" id="{D3BA2C7D-9B91-4693-88E8-37BE3860B289}"/>
              </a:ext>
            </a:extLst>
          </p:cNvPr>
          <p:cNvSpPr txBox="1">
            <a:spLocks/>
          </p:cNvSpPr>
          <p:nvPr/>
        </p:nvSpPr>
        <p:spPr>
          <a:xfrm>
            <a:off x="380432" y="1211371"/>
            <a:ext cx="11472043" cy="3446354"/>
          </a:xfrm>
          <a:prstGeom prst="rect">
            <a:avLst/>
          </a:prstGeom>
        </p:spPr>
        <p:txBody>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latin typeface="Trebuchet MS" panose="020B0603020202020204" pitchFamily="34" charset="0"/>
              </a:rPr>
              <a:t>Splitting data to not to read it: Partitioning (folders), Bucketing/Clustering (+Sorting)</a:t>
            </a:r>
            <a:r>
              <a:rPr lang="en-US" sz="2400" b="1" i="0" dirty="0">
                <a:solidFill>
                  <a:srgbClr val="1B3139"/>
                </a:solidFill>
                <a:effectLst/>
                <a:latin typeface="DMSans"/>
              </a:rPr>
              <a:t>, </a:t>
            </a:r>
            <a:r>
              <a:rPr lang="en-US" sz="2400" dirty="0">
                <a:latin typeface="Trebuchet MS" panose="020B0603020202020204" pitchFamily="34" charset="0"/>
              </a:rPr>
              <a:t>Z-Ordering (skipping read of data with not required stats e. g. max mark of students), </a:t>
            </a:r>
            <a:r>
              <a:rPr lang="en-US" sz="2400" dirty="0" err="1">
                <a:latin typeface="Trebuchet MS" panose="020B0603020202020204" pitchFamily="34" charset="0"/>
              </a:rPr>
              <a:t>Sharding</a:t>
            </a:r>
            <a:r>
              <a:rPr lang="ru-RU" sz="2400" dirty="0">
                <a:latin typeface="Trebuchet MS" panose="020B0603020202020204" pitchFamily="34" charset="0"/>
              </a:rPr>
              <a:t> </a:t>
            </a:r>
            <a:r>
              <a:rPr lang="en-US" sz="2400" dirty="0">
                <a:latin typeface="Trebuchet MS" panose="020B0603020202020204" pitchFamily="34" charset="0"/>
              </a:rPr>
              <a:t>(split between clusters) </a:t>
            </a:r>
          </a:p>
          <a:p>
            <a:r>
              <a:rPr lang="en-US" sz="2400" dirty="0">
                <a:latin typeface="Trebuchet MS" panose="020B0603020202020204" pitchFamily="34" charset="0"/>
              </a:rPr>
              <a:t>DAG (Direct acyclic graph): not to compute from the beginning</a:t>
            </a:r>
          </a:p>
          <a:p>
            <a:r>
              <a:rPr lang="en-US" sz="2400" dirty="0">
                <a:latin typeface="Trebuchet MS" panose="020B0603020202020204" pitchFamily="34" charset="0"/>
              </a:rPr>
              <a:t>Lazy evaluation</a:t>
            </a:r>
          </a:p>
          <a:p>
            <a:r>
              <a:rPr lang="en-US" sz="2400" dirty="0">
                <a:latin typeface="Trebuchet MS" panose="020B0603020202020204" pitchFamily="34" charset="0"/>
              </a:rPr>
              <a:t>In-memory computations</a:t>
            </a:r>
          </a:p>
          <a:p>
            <a:r>
              <a:rPr lang="en-US" sz="2400" dirty="0" err="1">
                <a:latin typeface="Trebuchet MS" panose="020B0603020202020204" pitchFamily="34" charset="0"/>
              </a:rPr>
              <a:t>Metastore</a:t>
            </a:r>
            <a:r>
              <a:rPr lang="en-US" sz="2400" dirty="0">
                <a:latin typeface="Trebuchet MS" panose="020B0603020202020204" pitchFamily="34" charset="0"/>
              </a:rPr>
              <a:t>: schema and data profiles (stats) in separate relational DB + possibility to use “external tables” without the need to move data between clusters</a:t>
            </a:r>
          </a:p>
          <a:p>
            <a:r>
              <a:rPr lang="en-US" sz="2400" dirty="0">
                <a:latin typeface="Trebuchet MS" panose="020B0603020202020204" pitchFamily="34" charset="0"/>
              </a:rPr>
              <a:t>Query optimization: to reduce the amount of data as soon as possible, move cost operations (like ORDER BY) to the end of execution after all the filters applied</a:t>
            </a:r>
          </a:p>
        </p:txBody>
      </p:sp>
    </p:spTree>
    <p:extLst>
      <p:ext uri="{BB962C8B-B14F-4D97-AF65-F5344CB8AC3E}">
        <p14:creationId xmlns:p14="http://schemas.microsoft.com/office/powerpoint/2010/main" val="2219888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1204207C-4749-465C-9AA4-8700029322EB}"/>
              </a:ext>
            </a:extLst>
          </p:cNvPr>
          <p:cNvSpPr txBox="1">
            <a:spLocks/>
          </p:cNvSpPr>
          <p:nvPr/>
        </p:nvSpPr>
        <p:spPr>
          <a:xfrm>
            <a:off x="2686050" y="2819400"/>
            <a:ext cx="6819900" cy="1219200"/>
          </a:xfrm>
          <a:prstGeom prst="rect">
            <a:avLst/>
          </a:prstGeom>
          <a:ln>
            <a:solidFill>
              <a:schemeClr val="bg1"/>
            </a:solidFill>
          </a:ln>
        </p:spPr>
        <p:txBody>
          <a:bodyPr anchor="ctr"/>
          <a:lstStyle>
            <a:lvl1pPr algn="l" defTabSz="914400" rtl="0" eaLnBrk="1" latinLnBrk="0" hangingPunct="1">
              <a:lnSpc>
                <a:spcPct val="100000"/>
              </a:lnSpc>
              <a:spcBef>
                <a:spcPct val="0"/>
              </a:spcBef>
              <a:buNone/>
              <a:defRPr sz="2000" kern="1200" cap="none" spc="100" baseline="0">
                <a:solidFill>
                  <a:schemeClr val="tx1"/>
                </a:solidFill>
                <a:latin typeface="+mj-lt"/>
                <a:ea typeface="+mj-ea"/>
                <a:cs typeface="+mj-cs"/>
              </a:defRPr>
            </a:lvl1pPr>
          </a:lstStyle>
          <a:p>
            <a:pPr algn="ctr"/>
            <a:r>
              <a:rPr lang="en-US" sz="2400" b="1" dirty="0">
                <a:solidFill>
                  <a:schemeClr val="bg1"/>
                </a:solidFill>
              </a:rPr>
              <a:t>SPECIAL FILE TYPES</a:t>
            </a:r>
          </a:p>
        </p:txBody>
      </p:sp>
    </p:spTree>
    <p:extLst>
      <p:ext uri="{BB962C8B-B14F-4D97-AF65-F5344CB8AC3E}">
        <p14:creationId xmlns:p14="http://schemas.microsoft.com/office/powerpoint/2010/main" val="471308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p:txBody>
          <a:bodyPr/>
          <a:lstStyle/>
          <a:p>
            <a:r>
              <a:rPr lang="en-US" b="1" dirty="0"/>
              <a:t>Special file types</a:t>
            </a:r>
          </a:p>
        </p:txBody>
      </p:sp>
      <p:sp>
        <p:nvSpPr>
          <p:cNvPr id="6" name="Содержимое 4">
            <a:extLst>
              <a:ext uri="{FF2B5EF4-FFF2-40B4-BE49-F238E27FC236}">
                <a16:creationId xmlns:a16="http://schemas.microsoft.com/office/drawing/2014/main" id="{D3BA2C7D-9B91-4693-88E8-37BE3860B289}"/>
              </a:ext>
            </a:extLst>
          </p:cNvPr>
          <p:cNvSpPr txBox="1">
            <a:spLocks/>
          </p:cNvSpPr>
          <p:nvPr/>
        </p:nvSpPr>
        <p:spPr>
          <a:xfrm>
            <a:off x="294709" y="1154221"/>
            <a:ext cx="4284975" cy="1545189"/>
          </a:xfrm>
          <a:prstGeom prst="rect">
            <a:avLst/>
          </a:prstGeom>
        </p:spPr>
        <p:txBody>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Smaller – faster</a:t>
            </a:r>
          </a:p>
          <a:p>
            <a:r>
              <a:rPr lang="en-US" sz="2400" dirty="0"/>
              <a:t>No need to read all the file</a:t>
            </a:r>
          </a:p>
          <a:p>
            <a:r>
              <a:rPr lang="en-US" sz="2400" dirty="0"/>
              <a:t>Schema evolution (change schema without actual data change (e.g., via adding default value)</a:t>
            </a:r>
          </a:p>
          <a:p>
            <a:pPr marL="0" indent="0">
              <a:buNone/>
            </a:pPr>
            <a:endParaRPr lang="en-US" sz="2800" dirty="0">
              <a:latin typeface="+mn-lt"/>
            </a:endParaRPr>
          </a:p>
        </p:txBody>
      </p:sp>
      <p:pic>
        <p:nvPicPr>
          <p:cNvPr id="1028" name="Picture 4" descr="deltalake datalake datawarehouse parquet csv fast efficient performance read write file compression type data science data engineering">
            <a:extLst>
              <a:ext uri="{FF2B5EF4-FFF2-40B4-BE49-F238E27FC236}">
                <a16:creationId xmlns:a16="http://schemas.microsoft.com/office/drawing/2014/main" id="{DC8C4CD3-3317-DCB0-01CB-66D8743DF7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8139" y="1677441"/>
            <a:ext cx="7280623" cy="302319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0F56FD4-38C3-3C8B-1826-631EBA21E225}"/>
              </a:ext>
            </a:extLst>
          </p:cNvPr>
          <p:cNvSpPr txBox="1"/>
          <p:nvPr/>
        </p:nvSpPr>
        <p:spPr>
          <a:xfrm>
            <a:off x="4912659" y="1154221"/>
            <a:ext cx="5915186" cy="523220"/>
          </a:xfrm>
          <a:prstGeom prst="rect">
            <a:avLst/>
          </a:prstGeom>
          <a:noFill/>
        </p:spPr>
        <p:txBody>
          <a:bodyPr wrap="square">
            <a:spAutoFit/>
          </a:bodyPr>
          <a:lstStyle/>
          <a:p>
            <a:r>
              <a:rPr lang="en-US" sz="2800" dirty="0"/>
              <a:t>Raw-based vs. Columnar data format</a:t>
            </a:r>
          </a:p>
        </p:txBody>
      </p:sp>
    </p:spTree>
    <p:extLst>
      <p:ext uri="{BB962C8B-B14F-4D97-AF65-F5344CB8AC3E}">
        <p14:creationId xmlns:p14="http://schemas.microsoft.com/office/powerpoint/2010/main" val="527830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32A6189-4D3E-E01D-8CB1-25BF51194527}"/>
              </a:ext>
            </a:extLst>
          </p:cNvPr>
          <p:cNvPicPr>
            <a:picLocks noChangeAspect="1"/>
          </p:cNvPicPr>
          <p:nvPr/>
        </p:nvPicPr>
        <p:blipFill rotWithShape="1">
          <a:blip r:embed="rId3"/>
          <a:srcRect l="399" t="2912" r="-399" b="-2912"/>
          <a:stretch/>
        </p:blipFill>
        <p:spPr>
          <a:xfrm>
            <a:off x="731520" y="4572000"/>
            <a:ext cx="9162288" cy="1861577"/>
          </a:xfrm>
          <a:prstGeom prst="rect">
            <a:avLst/>
          </a:prstGeom>
        </p:spPr>
      </p:pic>
      <p:pic>
        <p:nvPicPr>
          <p:cNvPr id="2050" name="Picture 2" descr="PARQUET File Format">
            <a:extLst>
              <a:ext uri="{FF2B5EF4-FFF2-40B4-BE49-F238E27FC236}">
                <a16:creationId xmlns:a16="http://schemas.microsoft.com/office/drawing/2014/main" id="{13C72F71-877A-100D-E79E-85C93EEF96B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070" t="10203" r="17070" b="-10203"/>
          <a:stretch/>
        </p:blipFill>
        <p:spPr bwMode="auto">
          <a:xfrm>
            <a:off x="9418320" y="978408"/>
            <a:ext cx="2650446" cy="1987834"/>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p:txBody>
          <a:bodyPr/>
          <a:lstStyle/>
          <a:p>
            <a:r>
              <a:rPr lang="en-US" b="1" dirty="0"/>
              <a:t>Special file types: Parquet</a:t>
            </a:r>
          </a:p>
        </p:txBody>
      </p:sp>
      <p:sp>
        <p:nvSpPr>
          <p:cNvPr id="6" name="Содержимое 4">
            <a:extLst>
              <a:ext uri="{FF2B5EF4-FFF2-40B4-BE49-F238E27FC236}">
                <a16:creationId xmlns:a16="http://schemas.microsoft.com/office/drawing/2014/main" id="{D3BA2C7D-9B91-4693-88E8-37BE3860B289}"/>
              </a:ext>
            </a:extLst>
          </p:cNvPr>
          <p:cNvSpPr txBox="1">
            <a:spLocks/>
          </p:cNvSpPr>
          <p:nvPr/>
        </p:nvSpPr>
        <p:spPr>
          <a:xfrm>
            <a:off x="294708" y="998773"/>
            <a:ext cx="7157652" cy="1545189"/>
          </a:xfrm>
          <a:prstGeom prst="rect">
            <a:avLst/>
          </a:prstGeom>
        </p:spPr>
        <p:txBody>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Columnar format: read only required columns, even partially</a:t>
            </a:r>
          </a:p>
          <a:p>
            <a:r>
              <a:rPr lang="en-US" dirty="0"/>
              <a:t>Schema in the end of the file (read from tail)</a:t>
            </a:r>
          </a:p>
          <a:p>
            <a:r>
              <a:rPr lang="en-US" dirty="0"/>
              <a:t>Schema </a:t>
            </a:r>
            <a:r>
              <a:rPr lang="en-US" dirty="0" err="1"/>
              <a:t>append+merge</a:t>
            </a:r>
            <a:r>
              <a:rPr lang="en-US" dirty="0"/>
              <a:t>: add several files to 1 DF -&gt; schema will be merged (or added) for all files</a:t>
            </a:r>
          </a:p>
          <a:p>
            <a:r>
              <a:rPr lang="en-US" dirty="0"/>
              <a:t>Several compression options: fast read or less space</a:t>
            </a:r>
          </a:p>
          <a:p>
            <a:r>
              <a:rPr lang="en-US" dirty="0"/>
              <a:t>Good for storing data of any kind (tables, images, videos)</a:t>
            </a:r>
          </a:p>
          <a:p>
            <a:r>
              <a:rPr lang="en-US" dirty="0"/>
              <a:t>Good for analytical queries</a:t>
            </a:r>
          </a:p>
          <a:p>
            <a:r>
              <a:rPr lang="en-US" dirty="0"/>
              <a:t>Most popular as developed by Spark guys and universal</a:t>
            </a:r>
          </a:p>
          <a:p>
            <a:r>
              <a:rPr lang="en-US" dirty="0"/>
              <a:t>Partitioning: almost every file is a folder</a:t>
            </a:r>
          </a:p>
        </p:txBody>
      </p:sp>
      <p:pic>
        <p:nvPicPr>
          <p:cNvPr id="8" name="Picture 7">
            <a:extLst>
              <a:ext uri="{FF2B5EF4-FFF2-40B4-BE49-F238E27FC236}">
                <a16:creationId xmlns:a16="http://schemas.microsoft.com/office/drawing/2014/main" id="{C4A4907A-2379-BCB3-AB39-544B738FB8DA}"/>
              </a:ext>
            </a:extLst>
          </p:cNvPr>
          <p:cNvPicPr>
            <a:picLocks noChangeAspect="1"/>
          </p:cNvPicPr>
          <p:nvPr/>
        </p:nvPicPr>
        <p:blipFill>
          <a:blip r:embed="rId5"/>
          <a:stretch>
            <a:fillRect/>
          </a:stretch>
        </p:blipFill>
        <p:spPr>
          <a:xfrm>
            <a:off x="7349929" y="1856530"/>
            <a:ext cx="3257111" cy="2428028"/>
          </a:xfrm>
          <a:prstGeom prst="rect">
            <a:avLst/>
          </a:prstGeom>
        </p:spPr>
      </p:pic>
    </p:spTree>
    <p:extLst>
      <p:ext uri="{BB962C8B-B14F-4D97-AF65-F5344CB8AC3E}">
        <p14:creationId xmlns:p14="http://schemas.microsoft.com/office/powerpoint/2010/main" val="1382820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p:txBody>
          <a:bodyPr/>
          <a:lstStyle/>
          <a:p>
            <a:r>
              <a:rPr lang="en-US" b="1" dirty="0"/>
              <a:t>Special file types: Avro</a:t>
            </a:r>
          </a:p>
        </p:txBody>
      </p:sp>
      <p:sp>
        <p:nvSpPr>
          <p:cNvPr id="6" name="Содержимое 4">
            <a:extLst>
              <a:ext uri="{FF2B5EF4-FFF2-40B4-BE49-F238E27FC236}">
                <a16:creationId xmlns:a16="http://schemas.microsoft.com/office/drawing/2014/main" id="{D3BA2C7D-9B91-4693-88E8-37BE3860B289}"/>
              </a:ext>
            </a:extLst>
          </p:cNvPr>
          <p:cNvSpPr txBox="1">
            <a:spLocks/>
          </p:cNvSpPr>
          <p:nvPr/>
        </p:nvSpPr>
        <p:spPr>
          <a:xfrm>
            <a:off x="294708" y="1154221"/>
            <a:ext cx="6793902" cy="1545189"/>
          </a:xfrm>
          <a:prstGeom prst="rect">
            <a:avLst/>
          </a:prstGeom>
        </p:spPr>
        <p:txBody>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Row-based</a:t>
            </a:r>
          </a:p>
          <a:p>
            <a:r>
              <a:rPr lang="en-US" sz="2400" dirty="0"/>
              <a:t>Schema in JSON format (human-readable format, could be read separately)</a:t>
            </a:r>
          </a:p>
          <a:p>
            <a:r>
              <a:rPr lang="en-US" sz="2400" dirty="0"/>
              <a:t>Good for RAW layer (files should be written and read fully)</a:t>
            </a:r>
          </a:p>
        </p:txBody>
      </p:sp>
      <p:pic>
        <p:nvPicPr>
          <p:cNvPr id="1026" name="Picture 2" descr="AVRO File Format">
            <a:extLst>
              <a:ext uri="{FF2B5EF4-FFF2-40B4-BE49-F238E27FC236}">
                <a16:creationId xmlns:a16="http://schemas.microsoft.com/office/drawing/2014/main" id="{B2F96BFF-EEF5-BBE3-7A27-D76ADFF8A2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1045" y="1061700"/>
            <a:ext cx="3848100" cy="11906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2D33F90-4C26-3BA4-284A-FC472E56BA36}"/>
              </a:ext>
            </a:extLst>
          </p:cNvPr>
          <p:cNvPicPr>
            <a:picLocks noChangeAspect="1"/>
          </p:cNvPicPr>
          <p:nvPr/>
        </p:nvPicPr>
        <p:blipFill>
          <a:blip r:embed="rId4"/>
          <a:stretch>
            <a:fillRect/>
          </a:stretch>
        </p:blipFill>
        <p:spPr>
          <a:xfrm>
            <a:off x="7088610" y="2344846"/>
            <a:ext cx="3832905" cy="2666908"/>
          </a:xfrm>
          <a:prstGeom prst="rect">
            <a:avLst/>
          </a:prstGeom>
        </p:spPr>
      </p:pic>
    </p:spTree>
    <p:extLst>
      <p:ext uri="{BB962C8B-B14F-4D97-AF65-F5344CB8AC3E}">
        <p14:creationId xmlns:p14="http://schemas.microsoft.com/office/powerpoint/2010/main" val="1399870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p:txBody>
          <a:bodyPr/>
          <a:lstStyle/>
          <a:p>
            <a:r>
              <a:rPr lang="en-US" b="1" dirty="0"/>
              <a:t>Special file types: ORC</a:t>
            </a:r>
          </a:p>
        </p:txBody>
      </p:sp>
      <p:sp>
        <p:nvSpPr>
          <p:cNvPr id="6" name="Содержимое 4">
            <a:extLst>
              <a:ext uri="{FF2B5EF4-FFF2-40B4-BE49-F238E27FC236}">
                <a16:creationId xmlns:a16="http://schemas.microsoft.com/office/drawing/2014/main" id="{D3BA2C7D-9B91-4693-88E8-37BE3860B289}"/>
              </a:ext>
            </a:extLst>
          </p:cNvPr>
          <p:cNvSpPr txBox="1">
            <a:spLocks/>
          </p:cNvSpPr>
          <p:nvPr/>
        </p:nvSpPr>
        <p:spPr>
          <a:xfrm>
            <a:off x="294708" y="1154221"/>
            <a:ext cx="6793902" cy="1545189"/>
          </a:xfrm>
          <a:prstGeom prst="rect">
            <a:avLst/>
          </a:prstGeom>
        </p:spPr>
        <p:txBody>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Not </a:t>
            </a:r>
            <a:r>
              <a:rPr lang="en-US" dirty="0">
                <a:solidFill>
                  <a:srgbClr val="00B050"/>
                </a:solidFill>
              </a:rPr>
              <a:t>Orc</a:t>
            </a:r>
            <a:r>
              <a:rPr lang="en-US" dirty="0"/>
              <a:t>, but Optimized Row Columnar: try to take best from both</a:t>
            </a:r>
          </a:p>
          <a:p>
            <a:r>
              <a:rPr lang="en-US" dirty="0"/>
              <a:t>Concurrent read: several threads for one file</a:t>
            </a:r>
          </a:p>
          <a:p>
            <a:r>
              <a:rPr lang="en-US" dirty="0"/>
              <a:t>Stripes</a:t>
            </a:r>
          </a:p>
          <a:p>
            <a:r>
              <a:rPr lang="en-US" dirty="0"/>
              <a:t>Column-level aggregates at the end of each stripe: count, min, max, and sum.</a:t>
            </a:r>
          </a:p>
          <a:p>
            <a:r>
              <a:rPr lang="en-US" dirty="0"/>
              <a:t>ACID transactions</a:t>
            </a:r>
          </a:p>
          <a:p>
            <a:r>
              <a:rPr lang="en-US" dirty="0"/>
              <a:t>Compression-efficient</a:t>
            </a:r>
          </a:p>
          <a:p>
            <a:r>
              <a:rPr lang="en-US" dirty="0"/>
              <a:t>Never saw it in production</a:t>
            </a:r>
          </a:p>
        </p:txBody>
      </p:sp>
      <p:pic>
        <p:nvPicPr>
          <p:cNvPr id="3074" name="Picture 2" descr="ORC File Format">
            <a:extLst>
              <a:ext uri="{FF2B5EF4-FFF2-40B4-BE49-F238E27FC236}">
                <a16:creationId xmlns:a16="http://schemas.microsoft.com/office/drawing/2014/main" id="{75918071-FE6C-00E8-1273-40930B2C93B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9382" b="-19382"/>
          <a:stretch/>
        </p:blipFill>
        <p:spPr bwMode="auto">
          <a:xfrm>
            <a:off x="9007788" y="1041904"/>
            <a:ext cx="2889504" cy="176982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OORC’s collection of rows and columns">
            <a:extLst>
              <a:ext uri="{FF2B5EF4-FFF2-40B4-BE49-F238E27FC236}">
                <a16:creationId xmlns:a16="http://schemas.microsoft.com/office/drawing/2014/main" id="{14ACC834-7EE2-4B06-475D-2C740EBCC0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5046" y="2118050"/>
            <a:ext cx="4174652" cy="4081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840119"/>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p:txBody>
          <a:bodyPr/>
          <a:lstStyle/>
          <a:p>
            <a:r>
              <a:rPr lang="en-US" b="1" dirty="0"/>
              <a:t>Special file types: CSV, JSON, etc.</a:t>
            </a:r>
          </a:p>
        </p:txBody>
      </p:sp>
      <p:pic>
        <p:nvPicPr>
          <p:cNvPr id="3" name="Picture 2">
            <a:extLst>
              <a:ext uri="{FF2B5EF4-FFF2-40B4-BE49-F238E27FC236}">
                <a16:creationId xmlns:a16="http://schemas.microsoft.com/office/drawing/2014/main" id="{F49BC3E1-D667-71FA-6615-FADAEFE2CF20}"/>
              </a:ext>
            </a:extLst>
          </p:cNvPr>
          <p:cNvPicPr>
            <a:picLocks noChangeAspect="1"/>
          </p:cNvPicPr>
          <p:nvPr/>
        </p:nvPicPr>
        <p:blipFill>
          <a:blip r:embed="rId3"/>
          <a:stretch>
            <a:fillRect/>
          </a:stretch>
        </p:blipFill>
        <p:spPr>
          <a:xfrm>
            <a:off x="1219873" y="1734541"/>
            <a:ext cx="8472767" cy="4684340"/>
          </a:xfrm>
          <a:prstGeom prst="rect">
            <a:avLst/>
          </a:prstGeom>
        </p:spPr>
      </p:pic>
      <p:sp>
        <p:nvSpPr>
          <p:cNvPr id="5" name="Содержимое 4">
            <a:extLst>
              <a:ext uri="{FF2B5EF4-FFF2-40B4-BE49-F238E27FC236}">
                <a16:creationId xmlns:a16="http://schemas.microsoft.com/office/drawing/2014/main" id="{21B6FBBF-747A-6528-E6CC-0B3958E0BD4B}"/>
              </a:ext>
            </a:extLst>
          </p:cNvPr>
          <p:cNvSpPr txBox="1">
            <a:spLocks/>
          </p:cNvSpPr>
          <p:nvPr/>
        </p:nvSpPr>
        <p:spPr>
          <a:xfrm>
            <a:off x="294708" y="1154221"/>
            <a:ext cx="6793902" cy="1545189"/>
          </a:xfrm>
          <a:prstGeom prst="rect">
            <a:avLst/>
          </a:prstGeom>
        </p:spPr>
        <p:txBody>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400" dirty="0"/>
              <a:t>Human-readable, but…</a:t>
            </a:r>
            <a:endParaRPr lang="en-US" sz="2800" dirty="0">
              <a:latin typeface="+mn-lt"/>
            </a:endParaRPr>
          </a:p>
        </p:txBody>
      </p:sp>
      <p:sp>
        <p:nvSpPr>
          <p:cNvPr id="9" name="TextBox 8">
            <a:extLst>
              <a:ext uri="{FF2B5EF4-FFF2-40B4-BE49-F238E27FC236}">
                <a16:creationId xmlns:a16="http://schemas.microsoft.com/office/drawing/2014/main" id="{DA285219-DF79-4232-7A19-8B1DBE963BD4}"/>
              </a:ext>
            </a:extLst>
          </p:cNvPr>
          <p:cNvSpPr txBox="1"/>
          <p:nvPr/>
        </p:nvSpPr>
        <p:spPr>
          <a:xfrm>
            <a:off x="1238161" y="6008704"/>
            <a:ext cx="6094476" cy="246221"/>
          </a:xfrm>
          <a:prstGeom prst="rect">
            <a:avLst/>
          </a:prstGeom>
          <a:noFill/>
        </p:spPr>
        <p:txBody>
          <a:bodyPr wrap="square">
            <a:spAutoFit/>
          </a:bodyPr>
          <a:lstStyle/>
          <a:p>
            <a:r>
              <a:rPr lang="en-US" sz="1000" dirty="0"/>
              <a:t>https://www.databricks.com/glossary/what-is-parquet</a:t>
            </a:r>
          </a:p>
        </p:txBody>
      </p:sp>
    </p:spTree>
    <p:extLst>
      <p:ext uri="{BB962C8B-B14F-4D97-AF65-F5344CB8AC3E}">
        <p14:creationId xmlns:p14="http://schemas.microsoft.com/office/powerpoint/2010/main" val="2326838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1204207C-4749-465C-9AA4-8700029322EB}"/>
              </a:ext>
            </a:extLst>
          </p:cNvPr>
          <p:cNvSpPr txBox="1">
            <a:spLocks/>
          </p:cNvSpPr>
          <p:nvPr/>
        </p:nvSpPr>
        <p:spPr>
          <a:xfrm>
            <a:off x="2686050" y="2819400"/>
            <a:ext cx="6819900" cy="1219200"/>
          </a:xfrm>
          <a:prstGeom prst="rect">
            <a:avLst/>
          </a:prstGeom>
          <a:ln>
            <a:solidFill>
              <a:schemeClr val="bg1"/>
            </a:solidFill>
          </a:ln>
        </p:spPr>
        <p:txBody>
          <a:bodyPr anchor="ctr"/>
          <a:lstStyle>
            <a:lvl1pPr algn="l" defTabSz="914400" rtl="0" eaLnBrk="1" latinLnBrk="0" hangingPunct="1">
              <a:lnSpc>
                <a:spcPct val="100000"/>
              </a:lnSpc>
              <a:spcBef>
                <a:spcPct val="0"/>
              </a:spcBef>
              <a:buNone/>
              <a:defRPr sz="2000" kern="1200" cap="none" spc="100" baseline="0">
                <a:solidFill>
                  <a:schemeClr val="tx1"/>
                </a:solidFill>
                <a:latin typeface="+mj-lt"/>
                <a:ea typeface="+mj-ea"/>
                <a:cs typeface="+mj-cs"/>
              </a:defRPr>
            </a:lvl1pPr>
          </a:lstStyle>
          <a:p>
            <a:pPr algn="ctr"/>
            <a:r>
              <a:rPr lang="en-US" sz="2400" b="1" dirty="0">
                <a:solidFill>
                  <a:schemeClr val="bg1"/>
                </a:solidFill>
              </a:rPr>
              <a:t>BATCHING/STREAMING</a:t>
            </a:r>
          </a:p>
        </p:txBody>
      </p:sp>
    </p:spTree>
    <p:extLst>
      <p:ext uri="{BB962C8B-B14F-4D97-AF65-F5344CB8AC3E}">
        <p14:creationId xmlns:p14="http://schemas.microsoft.com/office/powerpoint/2010/main" val="5087603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p:txBody>
          <a:bodyPr/>
          <a:lstStyle/>
          <a:p>
            <a:r>
              <a:rPr lang="en-US" b="1" dirty="0"/>
              <a:t>Batching/Streaming</a:t>
            </a:r>
          </a:p>
        </p:txBody>
      </p:sp>
      <p:sp>
        <p:nvSpPr>
          <p:cNvPr id="6" name="Содержимое 4">
            <a:extLst>
              <a:ext uri="{FF2B5EF4-FFF2-40B4-BE49-F238E27FC236}">
                <a16:creationId xmlns:a16="http://schemas.microsoft.com/office/drawing/2014/main" id="{D3BA2C7D-9B91-4693-88E8-37BE3860B289}"/>
              </a:ext>
            </a:extLst>
          </p:cNvPr>
          <p:cNvSpPr txBox="1">
            <a:spLocks/>
          </p:cNvSpPr>
          <p:nvPr/>
        </p:nvSpPr>
        <p:spPr>
          <a:xfrm>
            <a:off x="480488" y="1162296"/>
            <a:ext cx="10665932" cy="1545189"/>
          </a:xfrm>
          <a:prstGeom prst="rect">
            <a:avLst/>
          </a:prstGeom>
        </p:spPr>
        <p:txBody>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400" b="1" dirty="0">
                <a:latin typeface="Trebuchet MS" panose="020B0603020202020204" pitchFamily="34" charset="0"/>
              </a:rPr>
              <a:t>Batch</a:t>
            </a:r>
          </a:p>
          <a:p>
            <a:pPr marL="0" indent="0">
              <a:buNone/>
            </a:pPr>
            <a:r>
              <a:rPr lang="en-US" sz="2400" dirty="0">
                <a:latin typeface="Trebuchet MS" panose="020B0603020202020204" pitchFamily="34" charset="0"/>
              </a:rPr>
              <a:t>Once per </a:t>
            </a:r>
            <a:r>
              <a:rPr lang="en-US" sz="2400" b="1" dirty="0">
                <a:latin typeface="Trebuchet MS" panose="020B0603020202020204" pitchFamily="34" charset="0"/>
              </a:rPr>
              <a:t>time quant</a:t>
            </a:r>
            <a:r>
              <a:rPr lang="en-US" sz="2400" dirty="0">
                <a:latin typeface="Trebuchet MS" panose="020B0603020202020204" pitchFamily="34" charset="0"/>
              </a:rPr>
              <a:t>: daily, hourly, second, millisecond (</a:t>
            </a:r>
            <a:r>
              <a:rPr lang="en-US" sz="2400" dirty="0" err="1">
                <a:latin typeface="Trebuchet MS" panose="020B0603020202020204" pitchFamily="34" charset="0"/>
              </a:rPr>
              <a:t>microbatch</a:t>
            </a:r>
            <a:r>
              <a:rPr lang="en-US" sz="2400" dirty="0">
                <a:latin typeface="Trebuchet MS" panose="020B0603020202020204" pitchFamily="34" charset="0"/>
              </a:rPr>
              <a:t>)</a:t>
            </a:r>
          </a:p>
          <a:p>
            <a:pPr marL="0" indent="0">
              <a:buNone/>
            </a:pPr>
            <a:endParaRPr lang="en-US" sz="2400" b="1" dirty="0">
              <a:latin typeface="Trebuchet MS" panose="020B0603020202020204" pitchFamily="34" charset="0"/>
            </a:endParaRPr>
          </a:p>
          <a:p>
            <a:pPr marL="0" indent="0">
              <a:buNone/>
            </a:pPr>
            <a:r>
              <a:rPr lang="en-US" sz="2400" b="1" dirty="0">
                <a:latin typeface="Trebuchet MS" panose="020B0603020202020204" pitchFamily="34" charset="0"/>
              </a:rPr>
              <a:t>Streaming</a:t>
            </a:r>
          </a:p>
          <a:p>
            <a:pPr marL="0" indent="0">
              <a:buNone/>
            </a:pPr>
            <a:r>
              <a:rPr lang="en-US" sz="2400" dirty="0">
                <a:latin typeface="Trebuchet MS" panose="020B0603020202020204" pitchFamily="34" charset="0"/>
              </a:rPr>
              <a:t>Real-time data for processing and analytics: processed as soon as generated</a:t>
            </a:r>
          </a:p>
          <a:p>
            <a:pPr marL="0" indent="0">
              <a:buNone/>
            </a:pPr>
            <a:r>
              <a:rPr lang="en-US" sz="2400" dirty="0">
                <a:latin typeface="Trebuchet MS" panose="020B0603020202020204" pitchFamily="34" charset="0"/>
              </a:rPr>
              <a:t>Individual </a:t>
            </a:r>
            <a:r>
              <a:rPr lang="en-US" sz="2400" b="1" dirty="0">
                <a:latin typeface="Trebuchet MS" panose="020B0603020202020204" pitchFamily="34" charset="0"/>
              </a:rPr>
              <a:t>events</a:t>
            </a:r>
            <a:r>
              <a:rPr lang="en-US" sz="2400" dirty="0">
                <a:latin typeface="Trebuchet MS" panose="020B0603020202020204" pitchFamily="34" charset="0"/>
              </a:rPr>
              <a:t> handled</a:t>
            </a:r>
          </a:p>
          <a:p>
            <a:pPr marL="0" indent="0">
              <a:buNone/>
            </a:pPr>
            <a:r>
              <a:rPr lang="en-US" sz="2400" dirty="0">
                <a:latin typeface="Trebuchet MS" panose="020B0603020202020204" pitchFamily="34" charset="0"/>
              </a:rPr>
              <a:t>Areas: EOT, fraud detection, sensors in vehicle, clickstreams, GPS tracking, stock trades</a:t>
            </a:r>
          </a:p>
          <a:p>
            <a:pPr marL="0" indent="0">
              <a:buNone/>
            </a:pPr>
            <a:r>
              <a:rPr lang="en-US" sz="2400" dirty="0">
                <a:latin typeface="Trebuchet MS" panose="020B0603020202020204" pitchFamily="34" charset="0"/>
              </a:rPr>
              <a:t>Immediate alerting and quick decisions to be made</a:t>
            </a:r>
          </a:p>
          <a:p>
            <a:pPr marL="0" indent="0">
              <a:buNone/>
            </a:pPr>
            <a:r>
              <a:rPr lang="en-US" sz="2400" dirty="0">
                <a:latin typeface="Trebuchet MS" panose="020B0603020202020204" pitchFamily="34" charset="0"/>
              </a:rPr>
              <a:t>Information flows between microservices</a:t>
            </a:r>
          </a:p>
          <a:p>
            <a:pPr marL="0" indent="0">
              <a:buNone/>
            </a:pPr>
            <a:r>
              <a:rPr lang="en-US" sz="2400" dirty="0">
                <a:latin typeface="Trebuchet MS" panose="020B0603020202020204" pitchFamily="34" charset="0"/>
              </a:rPr>
              <a:t>Data producers – scalable queue – Consumers waiting for data</a:t>
            </a:r>
          </a:p>
          <a:p>
            <a:pPr marL="0" indent="0">
              <a:buNone/>
            </a:pPr>
            <a:r>
              <a:rPr lang="en-US" sz="2400" dirty="0">
                <a:latin typeface="Trebuchet MS" panose="020B0603020202020204" pitchFamily="34" charset="0"/>
              </a:rPr>
              <a:t>Complexity – late events handling, scalability, ordering, Fault Tolerance</a:t>
            </a:r>
          </a:p>
        </p:txBody>
      </p:sp>
    </p:spTree>
    <p:extLst>
      <p:ext uri="{BB962C8B-B14F-4D97-AF65-F5344CB8AC3E}">
        <p14:creationId xmlns:p14="http://schemas.microsoft.com/office/powerpoint/2010/main" val="22102241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p:txBody>
          <a:bodyPr/>
          <a:lstStyle/>
          <a:p>
            <a:r>
              <a:rPr lang="en-US" b="1" dirty="0"/>
              <a:t>Streaming architecture</a:t>
            </a:r>
          </a:p>
        </p:txBody>
      </p:sp>
      <p:sp>
        <p:nvSpPr>
          <p:cNvPr id="6" name="Содержимое 4">
            <a:extLst>
              <a:ext uri="{FF2B5EF4-FFF2-40B4-BE49-F238E27FC236}">
                <a16:creationId xmlns:a16="http://schemas.microsoft.com/office/drawing/2014/main" id="{D3BA2C7D-9B91-4693-88E8-37BE3860B289}"/>
              </a:ext>
            </a:extLst>
          </p:cNvPr>
          <p:cNvSpPr txBox="1">
            <a:spLocks/>
          </p:cNvSpPr>
          <p:nvPr/>
        </p:nvSpPr>
        <p:spPr>
          <a:xfrm>
            <a:off x="480488" y="1162296"/>
            <a:ext cx="10665932" cy="1545189"/>
          </a:xfrm>
          <a:prstGeom prst="rect">
            <a:avLst/>
          </a:prstGeom>
        </p:spPr>
        <p:txBody>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400" b="1" dirty="0">
                <a:latin typeface="Trebuchet MS" panose="020B0603020202020204" pitchFamily="34" charset="0"/>
              </a:rPr>
              <a:t>Message queue</a:t>
            </a:r>
          </a:p>
          <a:p>
            <a:r>
              <a:rPr lang="en-US" sz="2400" dirty="0">
                <a:latin typeface="Trebuchet MS" panose="020B0603020202020204" pitchFamily="34" charset="0"/>
              </a:rPr>
              <a:t>One message consumed by 1 subscriber</a:t>
            </a:r>
          </a:p>
          <a:p>
            <a:r>
              <a:rPr lang="en-US" sz="2400" dirty="0">
                <a:latin typeface="Trebuchet MS" panose="020B0603020202020204" pitchFamily="34" charset="0"/>
              </a:rPr>
              <a:t>Ensures only 1 action per msg</a:t>
            </a:r>
          </a:p>
          <a:p>
            <a:r>
              <a:rPr lang="en-US" sz="2400" dirty="0">
                <a:latin typeface="Trebuchet MS" panose="020B0603020202020204" pitchFamily="34" charset="0"/>
              </a:rPr>
              <a:t>FIFO	</a:t>
            </a:r>
          </a:p>
          <a:p>
            <a:pPr marL="0" indent="0">
              <a:buNone/>
            </a:pPr>
            <a:endParaRPr lang="en-US" sz="2400" dirty="0">
              <a:latin typeface="Trebuchet MS" panose="020B0603020202020204" pitchFamily="34" charset="0"/>
            </a:endParaRPr>
          </a:p>
          <a:p>
            <a:pPr marL="0" indent="0">
              <a:buNone/>
            </a:pPr>
            <a:endParaRPr lang="en-US" sz="2400" dirty="0">
              <a:latin typeface="Trebuchet MS" panose="020B0603020202020204" pitchFamily="34" charset="0"/>
            </a:endParaRPr>
          </a:p>
          <a:p>
            <a:pPr marL="0" indent="0">
              <a:buNone/>
            </a:pPr>
            <a:r>
              <a:rPr lang="en-US" sz="2400" b="1" dirty="0">
                <a:latin typeface="Trebuchet MS" panose="020B0603020202020204" pitchFamily="34" charset="0"/>
              </a:rPr>
              <a:t>Pub-sub</a:t>
            </a:r>
          </a:p>
          <a:p>
            <a:r>
              <a:rPr lang="en-US" sz="2400" dirty="0">
                <a:latin typeface="Trebuchet MS" panose="020B0603020202020204" pitchFamily="34" charset="0"/>
              </a:rPr>
              <a:t>All consumers subscribed to topic</a:t>
            </a:r>
            <a:br>
              <a:rPr lang="en-US" sz="2400" dirty="0">
                <a:latin typeface="Trebuchet MS" panose="020B0603020202020204" pitchFamily="34" charset="0"/>
              </a:rPr>
            </a:br>
            <a:r>
              <a:rPr lang="en-US" sz="2400" dirty="0">
                <a:latin typeface="Trebuchet MS" panose="020B0603020202020204" pitchFamily="34" charset="0"/>
              </a:rPr>
              <a:t>receive msg (hopefully 1 copy each)</a:t>
            </a:r>
          </a:p>
          <a:p>
            <a:endParaRPr lang="en-US" sz="2400" dirty="0">
              <a:latin typeface="Trebuchet MS" panose="020B0603020202020204" pitchFamily="34" charset="0"/>
            </a:endParaRPr>
          </a:p>
          <a:p>
            <a:pPr marL="0" indent="0">
              <a:buNone/>
            </a:pPr>
            <a:r>
              <a:rPr lang="en-US" sz="2400" dirty="0">
                <a:latin typeface="Trebuchet MS" panose="020B0603020202020204" pitchFamily="34" charset="0"/>
              </a:rPr>
              <a:t>Names: Kafka, Spark Streaming, Google Pub/Sub, AWS Kinesis, AWS SQS, Azure Event Hub, RabbitMQ, ActiveMQ</a:t>
            </a:r>
          </a:p>
        </p:txBody>
      </p:sp>
      <p:pic>
        <p:nvPicPr>
          <p:cNvPr id="7" name="Picture 6" descr="Shape&#10;&#10;Description automatically generated with medium confidence">
            <a:extLst>
              <a:ext uri="{FF2B5EF4-FFF2-40B4-BE49-F238E27FC236}">
                <a16:creationId xmlns:a16="http://schemas.microsoft.com/office/drawing/2014/main" id="{2B322576-5491-548D-4E13-ECC0C25654EC}"/>
              </a:ext>
            </a:extLst>
          </p:cNvPr>
          <p:cNvPicPr>
            <a:picLocks noChangeAspect="1"/>
          </p:cNvPicPr>
          <p:nvPr/>
        </p:nvPicPr>
        <p:blipFill>
          <a:blip r:embed="rId3"/>
          <a:stretch>
            <a:fillRect/>
          </a:stretch>
        </p:blipFill>
        <p:spPr>
          <a:xfrm>
            <a:off x="6227180" y="3729989"/>
            <a:ext cx="5635108" cy="1416114"/>
          </a:xfrm>
          <a:prstGeom prst="rect">
            <a:avLst/>
          </a:prstGeom>
        </p:spPr>
      </p:pic>
      <p:pic>
        <p:nvPicPr>
          <p:cNvPr id="9" name="Picture 8" descr="Shape&#10;&#10;Description automatically generated with medium confidence">
            <a:extLst>
              <a:ext uri="{FF2B5EF4-FFF2-40B4-BE49-F238E27FC236}">
                <a16:creationId xmlns:a16="http://schemas.microsoft.com/office/drawing/2014/main" id="{ED23688E-498B-D3C6-553E-150DBB15E868}"/>
              </a:ext>
            </a:extLst>
          </p:cNvPr>
          <p:cNvPicPr>
            <a:picLocks noChangeAspect="1"/>
          </p:cNvPicPr>
          <p:nvPr/>
        </p:nvPicPr>
        <p:blipFill>
          <a:blip r:embed="rId4"/>
          <a:stretch>
            <a:fillRect/>
          </a:stretch>
        </p:blipFill>
        <p:spPr>
          <a:xfrm>
            <a:off x="5883798" y="1507603"/>
            <a:ext cx="6096000" cy="2129976"/>
          </a:xfrm>
          <a:prstGeom prst="rect">
            <a:avLst/>
          </a:prstGeom>
        </p:spPr>
      </p:pic>
    </p:spTree>
    <p:extLst>
      <p:ext uri="{BB962C8B-B14F-4D97-AF65-F5344CB8AC3E}">
        <p14:creationId xmlns:p14="http://schemas.microsoft.com/office/powerpoint/2010/main" val="33074091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1204207C-4749-465C-9AA4-8700029322EB}"/>
              </a:ext>
            </a:extLst>
          </p:cNvPr>
          <p:cNvSpPr txBox="1">
            <a:spLocks/>
          </p:cNvSpPr>
          <p:nvPr/>
        </p:nvSpPr>
        <p:spPr>
          <a:xfrm>
            <a:off x="2686050" y="2819400"/>
            <a:ext cx="6819900" cy="1219200"/>
          </a:xfrm>
          <a:prstGeom prst="rect">
            <a:avLst/>
          </a:prstGeom>
          <a:ln>
            <a:solidFill>
              <a:schemeClr val="bg1"/>
            </a:solidFill>
          </a:ln>
        </p:spPr>
        <p:txBody>
          <a:bodyPr anchor="ctr"/>
          <a:lstStyle>
            <a:lvl1pPr algn="l" defTabSz="914400" rtl="0" eaLnBrk="1" latinLnBrk="0" hangingPunct="1">
              <a:lnSpc>
                <a:spcPct val="100000"/>
              </a:lnSpc>
              <a:spcBef>
                <a:spcPct val="0"/>
              </a:spcBef>
              <a:buNone/>
              <a:defRPr sz="2000" kern="1200" cap="none" spc="100" baseline="0">
                <a:solidFill>
                  <a:schemeClr val="tx1"/>
                </a:solidFill>
                <a:latin typeface="+mj-lt"/>
                <a:ea typeface="+mj-ea"/>
                <a:cs typeface="+mj-cs"/>
              </a:defRPr>
            </a:lvl1pPr>
          </a:lstStyle>
          <a:p>
            <a:pPr algn="ctr"/>
            <a:r>
              <a:rPr lang="en-US" sz="2400" b="1" dirty="0">
                <a:solidFill>
                  <a:schemeClr val="bg1"/>
                </a:solidFill>
              </a:rPr>
              <a:t>BIG DATA TOOLS</a:t>
            </a:r>
          </a:p>
        </p:txBody>
      </p:sp>
    </p:spTree>
    <p:extLst>
      <p:ext uri="{BB962C8B-B14F-4D97-AF65-F5344CB8AC3E}">
        <p14:creationId xmlns:p14="http://schemas.microsoft.com/office/powerpoint/2010/main" val="27329585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p:txBody>
          <a:bodyPr/>
          <a:lstStyle/>
          <a:p>
            <a:r>
              <a:rPr lang="en-US" b="1" dirty="0"/>
              <a:t>Big Data tools</a:t>
            </a:r>
          </a:p>
        </p:txBody>
      </p:sp>
      <p:sp>
        <p:nvSpPr>
          <p:cNvPr id="6" name="Содержимое 4">
            <a:extLst>
              <a:ext uri="{FF2B5EF4-FFF2-40B4-BE49-F238E27FC236}">
                <a16:creationId xmlns:a16="http://schemas.microsoft.com/office/drawing/2014/main" id="{D3BA2C7D-9B91-4693-88E8-37BE3860B289}"/>
              </a:ext>
            </a:extLst>
          </p:cNvPr>
          <p:cNvSpPr txBox="1">
            <a:spLocks/>
          </p:cNvSpPr>
          <p:nvPr/>
        </p:nvSpPr>
        <p:spPr>
          <a:xfrm>
            <a:off x="480488" y="1106596"/>
            <a:ext cx="9450590" cy="1545189"/>
          </a:xfrm>
          <a:prstGeom prst="rect">
            <a:avLst/>
          </a:prstGeom>
        </p:spPr>
        <p:txBody>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In Clouds: </a:t>
            </a:r>
          </a:p>
          <a:p>
            <a:pPr lvl="1"/>
            <a:r>
              <a:rPr lang="en-US" sz="2200" dirty="0"/>
              <a:t>IaaS – any tools you like on fast and scalable clusters, e.g. EMR</a:t>
            </a:r>
          </a:p>
          <a:p>
            <a:pPr lvl="1"/>
            <a:r>
              <a:rPr lang="en-US" sz="2200" dirty="0"/>
              <a:t>PaaS – AWS Lambda (you only write code), DBs like Redshift, Cosmos DB, </a:t>
            </a:r>
            <a:r>
              <a:rPr lang="en-US" sz="2200" dirty="0" err="1"/>
              <a:t>BigQuery</a:t>
            </a:r>
            <a:r>
              <a:rPr lang="en-US" sz="2200" dirty="0"/>
              <a:t>. Enough for Data projects</a:t>
            </a:r>
          </a:p>
          <a:p>
            <a:pPr lvl="1"/>
            <a:r>
              <a:rPr lang="en-US" sz="2200" dirty="0"/>
              <a:t>SaaS – DWH and data processing: Snowflake, Databricks. BI+: Tableau, Power BI</a:t>
            </a:r>
          </a:p>
          <a:p>
            <a:r>
              <a:rPr lang="en-US" sz="2400" dirty="0"/>
              <a:t>Spark</a:t>
            </a:r>
          </a:p>
          <a:p>
            <a:r>
              <a:rPr lang="en-US" sz="2400" dirty="0"/>
              <a:t>Hive</a:t>
            </a:r>
          </a:p>
          <a:p>
            <a:r>
              <a:rPr lang="en-US" sz="2400" dirty="0"/>
              <a:t>ELK (Elasticsearch, Logstash, Kibana)</a:t>
            </a:r>
          </a:p>
          <a:p>
            <a:r>
              <a:rPr lang="en-US" sz="2400" dirty="0"/>
              <a:t>Greenplum</a:t>
            </a:r>
          </a:p>
          <a:p>
            <a:r>
              <a:rPr lang="en-US" sz="2400" dirty="0" err="1"/>
              <a:t>Clickhouse</a:t>
            </a:r>
            <a:endParaRPr lang="en-US" sz="2400" dirty="0"/>
          </a:p>
          <a:p>
            <a:r>
              <a:rPr lang="en-US" sz="2400" dirty="0"/>
              <a:t>Cassandra</a:t>
            </a:r>
          </a:p>
        </p:txBody>
      </p:sp>
      <p:pic>
        <p:nvPicPr>
          <p:cNvPr id="3" name="Picture 2" descr="Diagram&#10;&#10;Description automatically generated">
            <a:extLst>
              <a:ext uri="{FF2B5EF4-FFF2-40B4-BE49-F238E27FC236}">
                <a16:creationId xmlns:a16="http://schemas.microsoft.com/office/drawing/2014/main" id="{0D694304-532B-2090-E1A0-D07436E84EE4}"/>
              </a:ext>
            </a:extLst>
          </p:cNvPr>
          <p:cNvPicPr>
            <a:picLocks noChangeAspect="1"/>
          </p:cNvPicPr>
          <p:nvPr/>
        </p:nvPicPr>
        <p:blipFill rotWithShape="1">
          <a:blip r:embed="rId2"/>
          <a:srcRect l="-112" t="30252" r="110" b="16806"/>
          <a:stretch/>
        </p:blipFill>
        <p:spPr>
          <a:xfrm>
            <a:off x="8056558" y="3619959"/>
            <a:ext cx="3749040" cy="2468880"/>
          </a:xfrm>
          <a:prstGeom prst="rect">
            <a:avLst/>
          </a:prstGeom>
        </p:spPr>
      </p:pic>
    </p:spTree>
    <p:extLst>
      <p:ext uri="{BB962C8B-B14F-4D97-AF65-F5344CB8AC3E}">
        <p14:creationId xmlns:p14="http://schemas.microsoft.com/office/powerpoint/2010/main" val="632528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BD2ED8-785F-FC76-D30B-77CBE3310F30}"/>
              </a:ext>
            </a:extLst>
          </p:cNvPr>
          <p:cNvPicPr>
            <a:picLocks noChangeAspect="1"/>
          </p:cNvPicPr>
          <p:nvPr/>
        </p:nvPicPr>
        <p:blipFill>
          <a:blip r:embed="rId2"/>
          <a:stretch>
            <a:fillRect/>
          </a:stretch>
        </p:blipFill>
        <p:spPr>
          <a:xfrm>
            <a:off x="434768" y="959399"/>
            <a:ext cx="10607040" cy="5476876"/>
          </a:xfrm>
          <a:prstGeom prst="rect">
            <a:avLst/>
          </a:prstGeom>
        </p:spPr>
      </p:pic>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p:txBody>
          <a:bodyPr/>
          <a:lstStyle/>
          <a:p>
            <a:r>
              <a:rPr lang="en-US" b="1" dirty="0"/>
              <a:t>Data tools</a:t>
            </a:r>
          </a:p>
        </p:txBody>
      </p:sp>
      <p:sp>
        <p:nvSpPr>
          <p:cNvPr id="8" name="Содержимое 4">
            <a:extLst>
              <a:ext uri="{FF2B5EF4-FFF2-40B4-BE49-F238E27FC236}">
                <a16:creationId xmlns:a16="http://schemas.microsoft.com/office/drawing/2014/main" id="{F7470DC4-C013-44E5-96BF-B089E12E01A3}"/>
              </a:ext>
            </a:extLst>
          </p:cNvPr>
          <p:cNvSpPr txBox="1">
            <a:spLocks/>
          </p:cNvSpPr>
          <p:nvPr/>
        </p:nvSpPr>
        <p:spPr>
          <a:xfrm rot="16200000">
            <a:off x="7711263" y="1276666"/>
            <a:ext cx="8621304" cy="1545189"/>
          </a:xfrm>
          <a:prstGeom prst="rect">
            <a:avLst/>
          </a:prstGeom>
        </p:spPr>
        <p:txBody>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200" dirty="0">
                <a:latin typeface="+mn-lt"/>
              </a:rPr>
              <a:t>https://mad.firstmark.com/</a:t>
            </a:r>
          </a:p>
        </p:txBody>
      </p:sp>
    </p:spTree>
    <p:extLst>
      <p:ext uri="{BB962C8B-B14F-4D97-AF65-F5344CB8AC3E}">
        <p14:creationId xmlns:p14="http://schemas.microsoft.com/office/powerpoint/2010/main" val="710190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1204207C-4749-465C-9AA4-8700029322EB}"/>
              </a:ext>
            </a:extLst>
          </p:cNvPr>
          <p:cNvSpPr txBox="1">
            <a:spLocks/>
          </p:cNvSpPr>
          <p:nvPr/>
        </p:nvSpPr>
        <p:spPr>
          <a:xfrm>
            <a:off x="2686050" y="2819400"/>
            <a:ext cx="6819900" cy="1219200"/>
          </a:xfrm>
          <a:prstGeom prst="rect">
            <a:avLst/>
          </a:prstGeom>
          <a:ln>
            <a:solidFill>
              <a:schemeClr val="bg1"/>
            </a:solidFill>
          </a:ln>
        </p:spPr>
        <p:txBody>
          <a:bodyPr anchor="ctr"/>
          <a:lstStyle>
            <a:lvl1pPr algn="l" defTabSz="914400" rtl="0" eaLnBrk="1" latinLnBrk="0" hangingPunct="1">
              <a:lnSpc>
                <a:spcPct val="100000"/>
              </a:lnSpc>
              <a:spcBef>
                <a:spcPct val="0"/>
              </a:spcBef>
              <a:buNone/>
              <a:defRPr sz="2000" kern="1200" cap="none" spc="100" baseline="0">
                <a:solidFill>
                  <a:schemeClr val="tx1"/>
                </a:solidFill>
                <a:latin typeface="+mj-lt"/>
                <a:ea typeface="+mj-ea"/>
                <a:cs typeface="+mj-cs"/>
              </a:defRPr>
            </a:lvl1pPr>
          </a:lstStyle>
          <a:p>
            <a:pPr algn="ctr"/>
            <a:r>
              <a:rPr lang="en-US" sz="2400" b="1" dirty="0">
                <a:solidFill>
                  <a:schemeClr val="bg1"/>
                </a:solidFill>
              </a:rPr>
              <a:t>DATA QUALITY IN BIG DATA</a:t>
            </a:r>
          </a:p>
        </p:txBody>
      </p:sp>
    </p:spTree>
    <p:extLst>
      <p:ext uri="{BB962C8B-B14F-4D97-AF65-F5344CB8AC3E}">
        <p14:creationId xmlns:p14="http://schemas.microsoft.com/office/powerpoint/2010/main" val="6744914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p:txBody>
          <a:bodyPr/>
          <a:lstStyle/>
          <a:p>
            <a:r>
              <a:rPr lang="en-US" b="1" dirty="0"/>
              <a:t>Data Quality in Big Data: Why and how?</a:t>
            </a:r>
          </a:p>
        </p:txBody>
      </p:sp>
      <p:sp>
        <p:nvSpPr>
          <p:cNvPr id="6" name="Содержимое 4">
            <a:extLst>
              <a:ext uri="{FF2B5EF4-FFF2-40B4-BE49-F238E27FC236}">
                <a16:creationId xmlns:a16="http://schemas.microsoft.com/office/drawing/2014/main" id="{D3BA2C7D-9B91-4693-88E8-37BE3860B289}"/>
              </a:ext>
            </a:extLst>
          </p:cNvPr>
          <p:cNvSpPr txBox="1">
            <a:spLocks/>
          </p:cNvSpPr>
          <p:nvPr/>
        </p:nvSpPr>
        <p:spPr>
          <a:xfrm>
            <a:off x="480488" y="1401871"/>
            <a:ext cx="11150680" cy="1545189"/>
          </a:xfrm>
          <a:prstGeom prst="rect">
            <a:avLst/>
          </a:prstGeom>
        </p:spPr>
        <p:txBody>
          <a:bodyPr/>
          <a:lstStyle>
            <a:lvl1pPr marL="342900" indent="-342900" algn="l" defTabSz="457200" rtl="0" eaLnBrk="1" latinLnBrk="0" hangingPunct="1">
              <a:spcBef>
                <a:spcPct val="20000"/>
              </a:spcBef>
              <a:buClr>
                <a:schemeClr val="accent2"/>
              </a:buClr>
              <a:buFont typeface="Arial"/>
              <a:buChar char="•"/>
              <a:defRPr sz="2000" kern="1200">
                <a:solidFill>
                  <a:schemeClr val="tx1"/>
                </a:solidFill>
                <a:latin typeface="Trebuchet MS"/>
                <a:ea typeface="+mn-ea"/>
                <a:cs typeface="Trebuchet MS"/>
              </a:defRPr>
            </a:lvl1pPr>
            <a:lvl2pPr marL="742950" indent="-285750" algn="l" defTabSz="457200" rtl="0" eaLnBrk="1" latinLnBrk="0" hangingPunct="1">
              <a:spcBef>
                <a:spcPct val="20000"/>
              </a:spcBef>
              <a:buFont typeface="Arial"/>
              <a:buChar char="–"/>
              <a:defRPr sz="1800" kern="1200">
                <a:solidFill>
                  <a:schemeClr val="tx1"/>
                </a:solidFill>
                <a:latin typeface="Trebuchet MS"/>
                <a:ea typeface="+mn-ea"/>
                <a:cs typeface="Trebuchet MS"/>
              </a:defRPr>
            </a:lvl2pPr>
            <a:lvl3pPr marL="1143000" indent="-228600" algn="l" defTabSz="457200" rtl="0" eaLnBrk="1" latinLnBrk="0" hangingPunct="1">
              <a:spcBef>
                <a:spcPct val="20000"/>
              </a:spcBef>
              <a:buFont typeface="Arial"/>
              <a:buChar char="•"/>
              <a:defRPr sz="1600" kern="1200">
                <a:solidFill>
                  <a:schemeClr val="tx1"/>
                </a:solidFill>
                <a:latin typeface="Trebuchet MS"/>
                <a:ea typeface="+mn-ea"/>
                <a:cs typeface="Trebuchet MS"/>
              </a:defRPr>
            </a:lvl3pPr>
            <a:lvl4pPr marL="1600200" indent="-228600" algn="l" defTabSz="457200" rtl="0" eaLnBrk="1" latinLnBrk="0" hangingPunct="1">
              <a:spcBef>
                <a:spcPct val="20000"/>
              </a:spcBef>
              <a:buFont typeface="Arial"/>
              <a:buChar char="–"/>
              <a:defRPr sz="1300" kern="1200">
                <a:solidFill>
                  <a:schemeClr val="tx1"/>
                </a:solidFill>
                <a:latin typeface="Trebuchet MS"/>
                <a:ea typeface="+mn-ea"/>
                <a:cs typeface="Trebuchet MS"/>
              </a:defRPr>
            </a:lvl4pPr>
            <a:lvl5pPr marL="2057400" indent="-228600" algn="l" defTabSz="457200" rtl="0" eaLnBrk="1" latinLnBrk="0" hangingPunct="1">
              <a:spcBef>
                <a:spcPct val="20000"/>
              </a:spcBef>
              <a:buFont typeface="Arial"/>
              <a:buChar char="»"/>
              <a:defRPr sz="1100" kern="1200">
                <a:solidFill>
                  <a:schemeClr val="tx1"/>
                </a:solidFill>
                <a:latin typeface="Trebuchet MS"/>
                <a:ea typeface="+mn-ea"/>
                <a:cs typeface="Trebuchet M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200" dirty="0">
                <a:latin typeface="+mn-lt"/>
              </a:rPr>
              <a:t>Issues are expected: </a:t>
            </a:r>
          </a:p>
          <a:p>
            <a:pPr lvl="1"/>
            <a:r>
              <a:rPr lang="en-US" sz="2200" dirty="0">
                <a:latin typeface="+mn-lt"/>
              </a:rPr>
              <a:t>No enforced constraints (except NOT NULL)</a:t>
            </a:r>
          </a:p>
          <a:p>
            <a:pPr lvl="1"/>
            <a:r>
              <a:rPr lang="en-US" sz="2200" dirty="0">
                <a:latin typeface="+mn-lt"/>
              </a:rPr>
              <a:t>Duplicates due to speeding up table incremental load</a:t>
            </a:r>
          </a:p>
          <a:p>
            <a:r>
              <a:rPr lang="en-US" sz="2200" dirty="0">
                <a:latin typeface="+mn-lt"/>
              </a:rPr>
              <a:t>Complex data type mapping due to variety of sources (STRING-VARCHAR, INT-DOUBLE(38,0))</a:t>
            </a:r>
          </a:p>
          <a:p>
            <a:r>
              <a:rPr lang="en-US" sz="2200" dirty="0">
                <a:latin typeface="+mn-lt"/>
              </a:rPr>
              <a:t>Complex data types to process complex data (ARRAY, NESTING)</a:t>
            </a:r>
          </a:p>
          <a:p>
            <a:endParaRPr lang="en-US" sz="2200" dirty="0">
              <a:latin typeface="+mn-lt"/>
            </a:endParaRPr>
          </a:p>
          <a:p>
            <a:endParaRPr lang="en-US" sz="2200" dirty="0">
              <a:latin typeface="+mn-lt"/>
            </a:endParaRPr>
          </a:p>
          <a:p>
            <a:r>
              <a:rPr lang="en-US" sz="2200" dirty="0">
                <a:latin typeface="+mn-lt"/>
              </a:rPr>
              <a:t>No clear requirements for data, no data governance – no one knows all the data in a company</a:t>
            </a:r>
          </a:p>
          <a:p>
            <a:pPr lvl="1"/>
            <a:r>
              <a:rPr lang="en-US" sz="2000" dirty="0">
                <a:latin typeface="+mn-lt"/>
              </a:rPr>
              <a:t>Collect requirements, approve it and expect no significant changes</a:t>
            </a:r>
          </a:p>
          <a:p>
            <a:r>
              <a:rPr lang="en-US" sz="2200" dirty="0">
                <a:latin typeface="+mn-lt"/>
              </a:rPr>
              <a:t>AI and ML requires special data – clear and prepared, but with possibility to access raw data</a:t>
            </a:r>
          </a:p>
          <a:p>
            <a:pPr marL="0" indent="0">
              <a:buNone/>
            </a:pPr>
            <a:endParaRPr lang="en-US" sz="2200" dirty="0"/>
          </a:p>
        </p:txBody>
      </p:sp>
      <p:pic>
        <p:nvPicPr>
          <p:cNvPr id="3" name="Picture 2">
            <a:extLst>
              <a:ext uri="{FF2B5EF4-FFF2-40B4-BE49-F238E27FC236}">
                <a16:creationId xmlns:a16="http://schemas.microsoft.com/office/drawing/2014/main" id="{C8E485E3-A3D8-54EB-BFDB-50E0DA0CAAAD}"/>
              </a:ext>
            </a:extLst>
          </p:cNvPr>
          <p:cNvPicPr>
            <a:picLocks noChangeAspect="1"/>
          </p:cNvPicPr>
          <p:nvPr/>
        </p:nvPicPr>
        <p:blipFill>
          <a:blip r:embed="rId2"/>
          <a:stretch>
            <a:fillRect/>
          </a:stretch>
        </p:blipFill>
        <p:spPr>
          <a:xfrm>
            <a:off x="8123067" y="3143413"/>
            <a:ext cx="3415378" cy="996763"/>
          </a:xfrm>
          <a:prstGeom prst="rect">
            <a:avLst/>
          </a:prstGeom>
        </p:spPr>
      </p:pic>
      <p:sp>
        <p:nvSpPr>
          <p:cNvPr id="8" name="TextBox 7">
            <a:extLst>
              <a:ext uri="{FF2B5EF4-FFF2-40B4-BE49-F238E27FC236}">
                <a16:creationId xmlns:a16="http://schemas.microsoft.com/office/drawing/2014/main" id="{38B8B9E4-0A70-95B9-7DCA-0F29FA0A4725}"/>
              </a:ext>
            </a:extLst>
          </p:cNvPr>
          <p:cNvSpPr txBox="1"/>
          <p:nvPr/>
        </p:nvSpPr>
        <p:spPr>
          <a:xfrm>
            <a:off x="853350" y="3480054"/>
            <a:ext cx="7918881" cy="430887"/>
          </a:xfrm>
          <a:prstGeom prst="rect">
            <a:avLst/>
          </a:prstGeom>
          <a:noFill/>
        </p:spPr>
        <p:txBody>
          <a:bodyPr wrap="square" rtlCol="0">
            <a:spAutoFit/>
          </a:bodyPr>
          <a:lstStyle/>
          <a:p>
            <a:r>
              <a:rPr lang="en-US" sz="1100" dirty="0"/>
              <a:t>{"user": "</a:t>
            </a:r>
            <a:r>
              <a:rPr lang="en-US" sz="1100" dirty="0" err="1"/>
              <a:t>jim</a:t>
            </a:r>
            <a:r>
              <a:rPr lang="en-US" sz="1100" dirty="0"/>
              <a:t>", "comments": { "title": ["Recipe", "Apple Pie"], "message": [ "My great recipe", "How to make an apple pie" ]}}</a:t>
            </a:r>
          </a:p>
          <a:p>
            <a:r>
              <a:rPr lang="en-US" sz="1100" dirty="0"/>
              <a:t>{"user": "bob", "comments": { "title": ["Hello"], "message": ["World"]}}</a:t>
            </a:r>
          </a:p>
        </p:txBody>
      </p:sp>
    </p:spTree>
    <p:extLst>
      <p:ext uri="{BB962C8B-B14F-4D97-AF65-F5344CB8AC3E}">
        <p14:creationId xmlns:p14="http://schemas.microsoft.com/office/powerpoint/2010/main" val="27254957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a:xfrm>
            <a:off x="480488" y="304800"/>
            <a:ext cx="11235265" cy="402336"/>
          </a:xfrm>
        </p:spPr>
        <p:txBody>
          <a:bodyPr/>
          <a:lstStyle/>
          <a:p>
            <a:r>
              <a:rPr lang="en-US" b="1" dirty="0"/>
              <a:t>Data Quality in Big Data: Checks examples</a:t>
            </a:r>
          </a:p>
        </p:txBody>
      </p:sp>
      <p:pic>
        <p:nvPicPr>
          <p:cNvPr id="2" name="Picture 1" descr="Chart, treemap chart&#10;&#10;Description automatically generated">
            <a:extLst>
              <a:ext uri="{FF2B5EF4-FFF2-40B4-BE49-F238E27FC236}">
                <a16:creationId xmlns:a16="http://schemas.microsoft.com/office/drawing/2014/main" id="{9EFD5C21-D7E6-C6AF-DD2B-FB6683008CBF}"/>
              </a:ext>
            </a:extLst>
          </p:cNvPr>
          <p:cNvPicPr>
            <a:picLocks noChangeAspect="1"/>
          </p:cNvPicPr>
          <p:nvPr/>
        </p:nvPicPr>
        <p:blipFill rotWithShape="1">
          <a:blip r:embed="rId4"/>
          <a:srcRect l="936" t="10938" r="2889" b="4735"/>
          <a:stretch/>
        </p:blipFill>
        <p:spPr>
          <a:xfrm>
            <a:off x="274320" y="1066086"/>
            <a:ext cx="9326880" cy="3200400"/>
          </a:xfrm>
          <a:prstGeom prst="rect">
            <a:avLst/>
          </a:prstGeom>
        </p:spPr>
      </p:pic>
      <p:cxnSp>
        <p:nvCxnSpPr>
          <p:cNvPr id="8" name="Straight Arrow Connector 7">
            <a:extLst>
              <a:ext uri="{FF2B5EF4-FFF2-40B4-BE49-F238E27FC236}">
                <a16:creationId xmlns:a16="http://schemas.microsoft.com/office/drawing/2014/main" id="{F78D8198-5113-DDFC-75B5-019CE955FF95}"/>
              </a:ext>
            </a:extLst>
          </p:cNvPr>
          <p:cNvCxnSpPr>
            <a:cxnSpLocks/>
          </p:cNvCxnSpPr>
          <p:nvPr/>
        </p:nvCxnSpPr>
        <p:spPr>
          <a:xfrm flipV="1">
            <a:off x="1442216" y="2870520"/>
            <a:ext cx="1995464" cy="1796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6495676"/>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a:xfrm>
            <a:off x="480488" y="304800"/>
            <a:ext cx="11235265" cy="402336"/>
          </a:xfrm>
        </p:spPr>
        <p:txBody>
          <a:bodyPr/>
          <a:lstStyle/>
          <a:p>
            <a:r>
              <a:rPr lang="en-US" b="1" dirty="0"/>
              <a:t>Data Quality in Big Data: Checks examples</a:t>
            </a:r>
          </a:p>
        </p:txBody>
      </p:sp>
      <p:pic>
        <p:nvPicPr>
          <p:cNvPr id="2" name="Picture 1" descr="Chart, treemap chart&#10;&#10;Description automatically generated">
            <a:extLst>
              <a:ext uri="{FF2B5EF4-FFF2-40B4-BE49-F238E27FC236}">
                <a16:creationId xmlns:a16="http://schemas.microsoft.com/office/drawing/2014/main" id="{9EFD5C21-D7E6-C6AF-DD2B-FB6683008CBF}"/>
              </a:ext>
            </a:extLst>
          </p:cNvPr>
          <p:cNvPicPr>
            <a:picLocks noChangeAspect="1"/>
          </p:cNvPicPr>
          <p:nvPr/>
        </p:nvPicPr>
        <p:blipFill rotWithShape="1">
          <a:blip r:embed="rId3"/>
          <a:srcRect l="936" t="10938" r="2889" b="4735"/>
          <a:stretch/>
        </p:blipFill>
        <p:spPr>
          <a:xfrm>
            <a:off x="274320" y="1066086"/>
            <a:ext cx="9326880" cy="3200400"/>
          </a:xfrm>
          <a:prstGeom prst="rect">
            <a:avLst/>
          </a:prstGeom>
        </p:spPr>
      </p:pic>
      <p:cxnSp>
        <p:nvCxnSpPr>
          <p:cNvPr id="8" name="Straight Arrow Connector 7">
            <a:extLst>
              <a:ext uri="{FF2B5EF4-FFF2-40B4-BE49-F238E27FC236}">
                <a16:creationId xmlns:a16="http://schemas.microsoft.com/office/drawing/2014/main" id="{F78D8198-5113-DDFC-75B5-019CE955FF95}"/>
              </a:ext>
            </a:extLst>
          </p:cNvPr>
          <p:cNvCxnSpPr>
            <a:cxnSpLocks/>
            <a:stCxn id="18" idx="0"/>
          </p:cNvCxnSpPr>
          <p:nvPr/>
        </p:nvCxnSpPr>
        <p:spPr>
          <a:xfrm flipV="1">
            <a:off x="1442216" y="2870520"/>
            <a:ext cx="1995464" cy="1796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4A5E0F5-5BCC-4130-A65C-908F3E3491D5}"/>
              </a:ext>
            </a:extLst>
          </p:cNvPr>
          <p:cNvCxnSpPr>
            <a:cxnSpLocks/>
          </p:cNvCxnSpPr>
          <p:nvPr/>
        </p:nvCxnSpPr>
        <p:spPr>
          <a:xfrm flipV="1">
            <a:off x="4352080" y="2974693"/>
            <a:ext cx="544011" cy="1680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52399AF-70B0-7A89-3845-28156A0E7D6B}"/>
              </a:ext>
            </a:extLst>
          </p:cNvPr>
          <p:cNvSpPr txBox="1"/>
          <p:nvPr/>
        </p:nvSpPr>
        <p:spPr>
          <a:xfrm>
            <a:off x="100265" y="4667489"/>
            <a:ext cx="2683901" cy="1736203"/>
          </a:xfrm>
          <a:prstGeom prst="rect">
            <a:avLst/>
          </a:prstGeom>
          <a:solidFill>
            <a:schemeClr val="accent6">
              <a:lumMod val="20000"/>
              <a:lumOff val="80000"/>
            </a:schemeClr>
          </a:solidFill>
          <a:ln w="6350">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t" anchorCtr="0"/>
          <a:lstStyle>
            <a:defPPr>
              <a:defRPr lang="en-US"/>
            </a:defPPr>
            <a:lvl1pPr>
              <a:defRPr sz="751">
                <a:solidFill>
                  <a:schemeClr val="accent4">
                    <a:lumMod val="50000"/>
                  </a:schemeClr>
                </a:solidFill>
                <a:latin typeface="Calibri" panose="020F0502020204030204"/>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285750" indent="-285750">
              <a:buFont typeface="Arial" panose="020B0604020202020204" pitchFamily="34" charset="0"/>
              <a:buChar char="•"/>
            </a:pPr>
            <a:r>
              <a:rPr lang="en-US" sz="1400" dirty="0">
                <a:solidFill>
                  <a:srgbClr val="222222"/>
                </a:solidFill>
                <a:latin typeface="Calibri" panose="020F0502020204030204" pitchFamily="34" charset="0"/>
              </a:rPr>
              <a:t>Correct naming and file formats</a:t>
            </a:r>
          </a:p>
          <a:p>
            <a:pPr marL="285750" indent="-285750">
              <a:buFont typeface="Arial" panose="020B0604020202020204" pitchFamily="34" charset="0"/>
              <a:buChar char="•"/>
            </a:pPr>
            <a:r>
              <a:rPr lang="en-US" sz="1400" dirty="0">
                <a:solidFill>
                  <a:srgbClr val="222222"/>
                </a:solidFill>
                <a:latin typeface="Calibri" panose="020F0502020204030204" pitchFamily="34" charset="0"/>
              </a:rPr>
              <a:t>Correct buckets/tables</a:t>
            </a:r>
          </a:p>
          <a:p>
            <a:pPr marL="285750" indent="-285750">
              <a:buFont typeface="Arial" panose="020B0604020202020204" pitchFamily="34" charset="0"/>
              <a:buChar char="•"/>
            </a:pPr>
            <a:r>
              <a:rPr lang="en-US" sz="1400" dirty="0">
                <a:solidFill>
                  <a:srgbClr val="222222"/>
                </a:solidFill>
                <a:latin typeface="Calibri" panose="020F0502020204030204" pitchFamily="34" charset="0"/>
              </a:rPr>
              <a:t>Timeliness/schedules</a:t>
            </a:r>
          </a:p>
          <a:p>
            <a:pPr marL="285750" indent="-285750">
              <a:buFont typeface="Arial" panose="020B0604020202020204" pitchFamily="34" charset="0"/>
              <a:buChar char="•"/>
            </a:pPr>
            <a:r>
              <a:rPr lang="en-US" sz="1400" dirty="0">
                <a:solidFill>
                  <a:srgbClr val="222222"/>
                </a:solidFill>
                <a:latin typeface="Calibri" panose="020F0502020204030204" pitchFamily="34" charset="0"/>
              </a:rPr>
              <a:t>Expected data profiles: row count threshold, NULLs/blanks count, Uniqueness, max values, etc.</a:t>
            </a:r>
          </a:p>
        </p:txBody>
      </p:sp>
    </p:spTree>
    <p:extLst>
      <p:ext uri="{BB962C8B-B14F-4D97-AF65-F5344CB8AC3E}">
        <p14:creationId xmlns:p14="http://schemas.microsoft.com/office/powerpoint/2010/main" val="10461456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a:xfrm>
            <a:off x="480488" y="304800"/>
            <a:ext cx="11235265" cy="402336"/>
          </a:xfrm>
        </p:spPr>
        <p:txBody>
          <a:bodyPr/>
          <a:lstStyle/>
          <a:p>
            <a:r>
              <a:rPr lang="en-US" b="1" dirty="0"/>
              <a:t>Data Quality in Big Data: Checks examples</a:t>
            </a:r>
          </a:p>
        </p:txBody>
      </p:sp>
      <p:pic>
        <p:nvPicPr>
          <p:cNvPr id="2" name="Picture 1" descr="Chart, treemap chart&#10;&#10;Description automatically generated">
            <a:extLst>
              <a:ext uri="{FF2B5EF4-FFF2-40B4-BE49-F238E27FC236}">
                <a16:creationId xmlns:a16="http://schemas.microsoft.com/office/drawing/2014/main" id="{9EFD5C21-D7E6-C6AF-DD2B-FB6683008CBF}"/>
              </a:ext>
            </a:extLst>
          </p:cNvPr>
          <p:cNvPicPr>
            <a:picLocks noChangeAspect="1"/>
          </p:cNvPicPr>
          <p:nvPr/>
        </p:nvPicPr>
        <p:blipFill rotWithShape="1">
          <a:blip r:embed="rId3"/>
          <a:srcRect l="936" t="10938" r="2889" b="4735"/>
          <a:stretch/>
        </p:blipFill>
        <p:spPr>
          <a:xfrm>
            <a:off x="274320" y="1066086"/>
            <a:ext cx="9326880" cy="3200400"/>
          </a:xfrm>
          <a:prstGeom prst="rect">
            <a:avLst/>
          </a:prstGeom>
        </p:spPr>
      </p:pic>
      <p:cxnSp>
        <p:nvCxnSpPr>
          <p:cNvPr id="8" name="Straight Arrow Connector 7">
            <a:extLst>
              <a:ext uri="{FF2B5EF4-FFF2-40B4-BE49-F238E27FC236}">
                <a16:creationId xmlns:a16="http://schemas.microsoft.com/office/drawing/2014/main" id="{F78D8198-5113-DDFC-75B5-019CE955FF95}"/>
              </a:ext>
            </a:extLst>
          </p:cNvPr>
          <p:cNvCxnSpPr>
            <a:cxnSpLocks/>
            <a:stCxn id="18" idx="0"/>
          </p:cNvCxnSpPr>
          <p:nvPr/>
        </p:nvCxnSpPr>
        <p:spPr>
          <a:xfrm flipV="1">
            <a:off x="1442216" y="2870520"/>
            <a:ext cx="1995464" cy="1796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4A5E0F5-5BCC-4130-A65C-908F3E3491D5}"/>
              </a:ext>
            </a:extLst>
          </p:cNvPr>
          <p:cNvCxnSpPr>
            <a:cxnSpLocks/>
            <a:stCxn id="19" idx="0"/>
          </p:cNvCxnSpPr>
          <p:nvPr/>
        </p:nvCxnSpPr>
        <p:spPr>
          <a:xfrm flipV="1">
            <a:off x="4352080" y="2974693"/>
            <a:ext cx="544011" cy="1680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53B593B-9E9A-3B23-3F21-7952FFC1F96B}"/>
              </a:ext>
            </a:extLst>
          </p:cNvPr>
          <p:cNvCxnSpPr>
            <a:cxnSpLocks/>
          </p:cNvCxnSpPr>
          <p:nvPr/>
        </p:nvCxnSpPr>
        <p:spPr>
          <a:xfrm flipH="1" flipV="1">
            <a:off x="5810492" y="3703898"/>
            <a:ext cx="1606820" cy="952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52399AF-70B0-7A89-3845-28156A0E7D6B}"/>
              </a:ext>
            </a:extLst>
          </p:cNvPr>
          <p:cNvSpPr txBox="1"/>
          <p:nvPr/>
        </p:nvSpPr>
        <p:spPr>
          <a:xfrm>
            <a:off x="100265" y="4667489"/>
            <a:ext cx="2683901" cy="1736203"/>
          </a:xfrm>
          <a:prstGeom prst="rect">
            <a:avLst/>
          </a:prstGeom>
          <a:solidFill>
            <a:schemeClr val="accent6">
              <a:lumMod val="20000"/>
              <a:lumOff val="80000"/>
            </a:schemeClr>
          </a:solidFill>
          <a:ln w="6350">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t" anchorCtr="0"/>
          <a:lstStyle>
            <a:defPPr>
              <a:defRPr lang="en-US"/>
            </a:defPPr>
            <a:lvl1pPr>
              <a:defRPr sz="751">
                <a:solidFill>
                  <a:schemeClr val="accent4">
                    <a:lumMod val="50000"/>
                  </a:schemeClr>
                </a:solidFill>
                <a:latin typeface="Calibri" panose="020F0502020204030204"/>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285750" indent="-285750">
              <a:buFont typeface="Arial" panose="020B0604020202020204" pitchFamily="34" charset="0"/>
              <a:buChar char="•"/>
            </a:pPr>
            <a:r>
              <a:rPr lang="en-US" sz="1400" dirty="0">
                <a:solidFill>
                  <a:srgbClr val="222222"/>
                </a:solidFill>
                <a:latin typeface="Calibri" panose="020F0502020204030204" pitchFamily="34" charset="0"/>
              </a:rPr>
              <a:t>Correct naming and file formats</a:t>
            </a:r>
          </a:p>
          <a:p>
            <a:pPr marL="285750" indent="-285750">
              <a:buFont typeface="Arial" panose="020B0604020202020204" pitchFamily="34" charset="0"/>
              <a:buChar char="•"/>
            </a:pPr>
            <a:r>
              <a:rPr lang="en-US" sz="1400" dirty="0">
                <a:solidFill>
                  <a:srgbClr val="222222"/>
                </a:solidFill>
                <a:latin typeface="Calibri" panose="020F0502020204030204" pitchFamily="34" charset="0"/>
              </a:rPr>
              <a:t>Correct buckets/tables</a:t>
            </a:r>
          </a:p>
          <a:p>
            <a:pPr marL="285750" indent="-285750">
              <a:buFont typeface="Arial" panose="020B0604020202020204" pitchFamily="34" charset="0"/>
              <a:buChar char="•"/>
            </a:pPr>
            <a:r>
              <a:rPr lang="en-US" sz="1400" dirty="0">
                <a:solidFill>
                  <a:srgbClr val="222222"/>
                </a:solidFill>
                <a:latin typeface="Calibri" panose="020F0502020204030204" pitchFamily="34" charset="0"/>
              </a:rPr>
              <a:t>Timeliness/schedules</a:t>
            </a:r>
          </a:p>
          <a:p>
            <a:pPr marL="285750" indent="-285750">
              <a:buFont typeface="Arial" panose="020B0604020202020204" pitchFamily="34" charset="0"/>
              <a:buChar char="•"/>
            </a:pPr>
            <a:r>
              <a:rPr lang="en-US" sz="1400" dirty="0">
                <a:solidFill>
                  <a:srgbClr val="222222"/>
                </a:solidFill>
                <a:latin typeface="Calibri" panose="020F0502020204030204" pitchFamily="34" charset="0"/>
              </a:rPr>
              <a:t>Expected data profiles: row count threshold, NULLs/blanks count, Uniqueness, max values, etc.</a:t>
            </a:r>
          </a:p>
        </p:txBody>
      </p:sp>
      <p:sp>
        <p:nvSpPr>
          <p:cNvPr id="19" name="TextBox 18">
            <a:extLst>
              <a:ext uri="{FF2B5EF4-FFF2-40B4-BE49-F238E27FC236}">
                <a16:creationId xmlns:a16="http://schemas.microsoft.com/office/drawing/2014/main" id="{092E6975-C078-31A5-9345-24A545748FE8}"/>
              </a:ext>
            </a:extLst>
          </p:cNvPr>
          <p:cNvSpPr txBox="1"/>
          <p:nvPr/>
        </p:nvSpPr>
        <p:spPr>
          <a:xfrm>
            <a:off x="2872659" y="4655006"/>
            <a:ext cx="2958841" cy="1736203"/>
          </a:xfrm>
          <a:prstGeom prst="rect">
            <a:avLst/>
          </a:prstGeom>
          <a:solidFill>
            <a:schemeClr val="accent6">
              <a:lumMod val="20000"/>
              <a:lumOff val="80000"/>
            </a:schemeClr>
          </a:solidFill>
          <a:ln w="6350">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t" anchorCtr="0"/>
          <a:lstStyle>
            <a:defPPr>
              <a:defRPr lang="en-US"/>
            </a:defPPr>
            <a:lvl1pPr marL="285750" indent="-285750">
              <a:buFont typeface="Arial" panose="020B0604020202020204" pitchFamily="34" charset="0"/>
              <a:buChar char="•"/>
              <a:defRPr sz="1400">
                <a:solidFill>
                  <a:srgbClr val="222222"/>
                </a:solidFill>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Same checks as on previous layer</a:t>
            </a:r>
          </a:p>
          <a:p>
            <a:r>
              <a:rPr lang="en-US" dirty="0"/>
              <a:t>Expected schema, no schema drift</a:t>
            </a:r>
          </a:p>
          <a:p>
            <a:r>
              <a:rPr lang="en-US" dirty="0"/>
              <a:t>No duplicates</a:t>
            </a:r>
          </a:p>
          <a:p>
            <a:r>
              <a:rPr lang="en-US" dirty="0"/>
              <a:t>Expected volume: all data from this layer should be on the Raw too</a:t>
            </a:r>
          </a:p>
          <a:p>
            <a:r>
              <a:rPr lang="en-US" dirty="0"/>
              <a:t>Check for outliers &amp; anomalies</a:t>
            </a:r>
          </a:p>
          <a:p>
            <a:r>
              <a:rPr lang="en-US" dirty="0"/>
              <a:t>Expected constraints</a:t>
            </a:r>
          </a:p>
        </p:txBody>
      </p:sp>
    </p:spTree>
    <p:extLst>
      <p:ext uri="{BB962C8B-B14F-4D97-AF65-F5344CB8AC3E}">
        <p14:creationId xmlns:p14="http://schemas.microsoft.com/office/powerpoint/2010/main" val="30506445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a:xfrm>
            <a:off x="480488" y="304800"/>
            <a:ext cx="11235265" cy="402336"/>
          </a:xfrm>
        </p:spPr>
        <p:txBody>
          <a:bodyPr/>
          <a:lstStyle/>
          <a:p>
            <a:r>
              <a:rPr lang="en-US" b="1" dirty="0"/>
              <a:t>Data Quality in Big Data: Checks examples</a:t>
            </a:r>
          </a:p>
        </p:txBody>
      </p:sp>
      <p:pic>
        <p:nvPicPr>
          <p:cNvPr id="2" name="Picture 1" descr="Chart, treemap chart&#10;&#10;Description automatically generated">
            <a:extLst>
              <a:ext uri="{FF2B5EF4-FFF2-40B4-BE49-F238E27FC236}">
                <a16:creationId xmlns:a16="http://schemas.microsoft.com/office/drawing/2014/main" id="{9EFD5C21-D7E6-C6AF-DD2B-FB6683008CBF}"/>
              </a:ext>
            </a:extLst>
          </p:cNvPr>
          <p:cNvPicPr>
            <a:picLocks noChangeAspect="1"/>
          </p:cNvPicPr>
          <p:nvPr/>
        </p:nvPicPr>
        <p:blipFill rotWithShape="1">
          <a:blip r:embed="rId3"/>
          <a:srcRect l="936" t="10938" r="2889" b="4735"/>
          <a:stretch/>
        </p:blipFill>
        <p:spPr>
          <a:xfrm>
            <a:off x="274320" y="1066086"/>
            <a:ext cx="9326880" cy="3200400"/>
          </a:xfrm>
          <a:prstGeom prst="rect">
            <a:avLst/>
          </a:prstGeom>
        </p:spPr>
      </p:pic>
      <p:cxnSp>
        <p:nvCxnSpPr>
          <p:cNvPr id="8" name="Straight Arrow Connector 7">
            <a:extLst>
              <a:ext uri="{FF2B5EF4-FFF2-40B4-BE49-F238E27FC236}">
                <a16:creationId xmlns:a16="http://schemas.microsoft.com/office/drawing/2014/main" id="{F78D8198-5113-DDFC-75B5-019CE955FF95}"/>
              </a:ext>
            </a:extLst>
          </p:cNvPr>
          <p:cNvCxnSpPr>
            <a:cxnSpLocks/>
            <a:stCxn id="18" idx="0"/>
          </p:cNvCxnSpPr>
          <p:nvPr/>
        </p:nvCxnSpPr>
        <p:spPr>
          <a:xfrm flipV="1">
            <a:off x="1442216" y="2870520"/>
            <a:ext cx="1995464" cy="1796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4A5E0F5-5BCC-4130-A65C-908F3E3491D5}"/>
              </a:ext>
            </a:extLst>
          </p:cNvPr>
          <p:cNvCxnSpPr>
            <a:cxnSpLocks/>
            <a:stCxn id="19" idx="0"/>
          </p:cNvCxnSpPr>
          <p:nvPr/>
        </p:nvCxnSpPr>
        <p:spPr>
          <a:xfrm flipV="1">
            <a:off x="4352080" y="2974693"/>
            <a:ext cx="544011" cy="1680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C5C22FD-E0E5-B17C-93F0-AE3AC5C1C142}"/>
              </a:ext>
            </a:extLst>
          </p:cNvPr>
          <p:cNvCxnSpPr>
            <a:cxnSpLocks/>
          </p:cNvCxnSpPr>
          <p:nvPr/>
        </p:nvCxnSpPr>
        <p:spPr>
          <a:xfrm flipH="1" flipV="1">
            <a:off x="6199278" y="3154680"/>
            <a:ext cx="4413037" cy="22327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53B593B-9E9A-3B23-3F21-7952FFC1F96B}"/>
              </a:ext>
            </a:extLst>
          </p:cNvPr>
          <p:cNvCxnSpPr>
            <a:cxnSpLocks/>
            <a:stCxn id="21" idx="0"/>
          </p:cNvCxnSpPr>
          <p:nvPr/>
        </p:nvCxnSpPr>
        <p:spPr>
          <a:xfrm flipH="1" flipV="1">
            <a:off x="5810492" y="3703898"/>
            <a:ext cx="1606820" cy="952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52399AF-70B0-7A89-3845-28156A0E7D6B}"/>
              </a:ext>
            </a:extLst>
          </p:cNvPr>
          <p:cNvSpPr txBox="1"/>
          <p:nvPr/>
        </p:nvSpPr>
        <p:spPr>
          <a:xfrm>
            <a:off x="100265" y="4667489"/>
            <a:ext cx="2683901" cy="1736203"/>
          </a:xfrm>
          <a:prstGeom prst="rect">
            <a:avLst/>
          </a:prstGeom>
          <a:solidFill>
            <a:schemeClr val="accent6">
              <a:lumMod val="20000"/>
              <a:lumOff val="80000"/>
            </a:schemeClr>
          </a:solidFill>
          <a:ln w="6350">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t" anchorCtr="0"/>
          <a:lstStyle>
            <a:defPPr>
              <a:defRPr lang="en-US"/>
            </a:defPPr>
            <a:lvl1pPr>
              <a:defRPr sz="751">
                <a:solidFill>
                  <a:schemeClr val="accent4">
                    <a:lumMod val="50000"/>
                  </a:schemeClr>
                </a:solidFill>
                <a:latin typeface="Calibri" panose="020F0502020204030204"/>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285750" indent="-285750">
              <a:buFont typeface="Arial" panose="020B0604020202020204" pitchFamily="34" charset="0"/>
              <a:buChar char="•"/>
            </a:pPr>
            <a:r>
              <a:rPr lang="en-US" sz="1400" dirty="0">
                <a:solidFill>
                  <a:srgbClr val="222222"/>
                </a:solidFill>
                <a:latin typeface="Calibri" panose="020F0502020204030204" pitchFamily="34" charset="0"/>
              </a:rPr>
              <a:t>Correct naming and file formats</a:t>
            </a:r>
          </a:p>
          <a:p>
            <a:pPr marL="285750" indent="-285750">
              <a:buFont typeface="Arial" panose="020B0604020202020204" pitchFamily="34" charset="0"/>
              <a:buChar char="•"/>
            </a:pPr>
            <a:r>
              <a:rPr lang="en-US" sz="1400" dirty="0">
                <a:solidFill>
                  <a:srgbClr val="222222"/>
                </a:solidFill>
                <a:latin typeface="Calibri" panose="020F0502020204030204" pitchFamily="34" charset="0"/>
              </a:rPr>
              <a:t>Correct buckets/tables</a:t>
            </a:r>
          </a:p>
          <a:p>
            <a:pPr marL="285750" indent="-285750">
              <a:buFont typeface="Arial" panose="020B0604020202020204" pitchFamily="34" charset="0"/>
              <a:buChar char="•"/>
            </a:pPr>
            <a:r>
              <a:rPr lang="en-US" sz="1400" dirty="0">
                <a:solidFill>
                  <a:srgbClr val="222222"/>
                </a:solidFill>
                <a:latin typeface="Calibri" panose="020F0502020204030204" pitchFamily="34" charset="0"/>
              </a:rPr>
              <a:t>Timeliness/schedules</a:t>
            </a:r>
          </a:p>
          <a:p>
            <a:pPr marL="285750" indent="-285750">
              <a:buFont typeface="Arial" panose="020B0604020202020204" pitchFamily="34" charset="0"/>
              <a:buChar char="•"/>
            </a:pPr>
            <a:r>
              <a:rPr lang="en-US" sz="1400" dirty="0">
                <a:solidFill>
                  <a:srgbClr val="222222"/>
                </a:solidFill>
                <a:latin typeface="Calibri" panose="020F0502020204030204" pitchFamily="34" charset="0"/>
              </a:rPr>
              <a:t>Expected data profiles: row count threshold, NULLs/blanks count, Uniqueness, max values, etc.</a:t>
            </a:r>
          </a:p>
        </p:txBody>
      </p:sp>
      <p:sp>
        <p:nvSpPr>
          <p:cNvPr id="19" name="TextBox 18">
            <a:extLst>
              <a:ext uri="{FF2B5EF4-FFF2-40B4-BE49-F238E27FC236}">
                <a16:creationId xmlns:a16="http://schemas.microsoft.com/office/drawing/2014/main" id="{092E6975-C078-31A5-9345-24A545748FE8}"/>
              </a:ext>
            </a:extLst>
          </p:cNvPr>
          <p:cNvSpPr txBox="1"/>
          <p:nvPr/>
        </p:nvSpPr>
        <p:spPr>
          <a:xfrm>
            <a:off x="2872659" y="4655006"/>
            <a:ext cx="2958841" cy="1736203"/>
          </a:xfrm>
          <a:prstGeom prst="rect">
            <a:avLst/>
          </a:prstGeom>
          <a:solidFill>
            <a:schemeClr val="accent6">
              <a:lumMod val="20000"/>
              <a:lumOff val="80000"/>
            </a:schemeClr>
          </a:solidFill>
          <a:ln w="6350">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t" anchorCtr="0"/>
          <a:lstStyle>
            <a:defPPr>
              <a:defRPr lang="en-US"/>
            </a:defPPr>
            <a:lvl1pPr marL="285750" indent="-285750">
              <a:buFont typeface="Arial" panose="020B0604020202020204" pitchFamily="34" charset="0"/>
              <a:buChar char="•"/>
              <a:defRPr sz="1400">
                <a:solidFill>
                  <a:srgbClr val="222222"/>
                </a:solidFill>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Same checks as on previous layer</a:t>
            </a:r>
          </a:p>
          <a:p>
            <a:r>
              <a:rPr lang="en-US" dirty="0"/>
              <a:t>Expected schema, no schema drift</a:t>
            </a:r>
          </a:p>
          <a:p>
            <a:r>
              <a:rPr lang="en-US" dirty="0"/>
              <a:t>No duplicates</a:t>
            </a:r>
          </a:p>
          <a:p>
            <a:r>
              <a:rPr lang="en-US" dirty="0"/>
              <a:t>Expected volume: all data from this layer should be on the Raw too</a:t>
            </a:r>
          </a:p>
          <a:p>
            <a:r>
              <a:rPr lang="en-US" dirty="0"/>
              <a:t>Check for outliers &amp; anomalies</a:t>
            </a:r>
          </a:p>
          <a:p>
            <a:r>
              <a:rPr lang="en-US" dirty="0"/>
              <a:t>Expected constraints</a:t>
            </a:r>
          </a:p>
        </p:txBody>
      </p:sp>
      <p:sp>
        <p:nvSpPr>
          <p:cNvPr id="21" name="TextBox 20">
            <a:extLst>
              <a:ext uri="{FF2B5EF4-FFF2-40B4-BE49-F238E27FC236}">
                <a16:creationId xmlns:a16="http://schemas.microsoft.com/office/drawing/2014/main" id="{DB529F43-E3D1-748C-023D-99F3D8BCDE37}"/>
              </a:ext>
            </a:extLst>
          </p:cNvPr>
          <p:cNvSpPr txBox="1"/>
          <p:nvPr/>
        </p:nvSpPr>
        <p:spPr>
          <a:xfrm>
            <a:off x="5914741" y="4656657"/>
            <a:ext cx="2958841" cy="1385095"/>
          </a:xfrm>
          <a:prstGeom prst="rect">
            <a:avLst/>
          </a:prstGeom>
          <a:solidFill>
            <a:schemeClr val="accent6">
              <a:lumMod val="20000"/>
              <a:lumOff val="80000"/>
            </a:schemeClr>
          </a:solidFill>
          <a:ln w="6350">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t" anchorCtr="0"/>
          <a:lstStyle>
            <a:defPPr>
              <a:defRPr lang="en-US"/>
            </a:defPPr>
            <a:lvl1pPr marL="285750" indent="-285750">
              <a:buFont typeface="Arial" panose="020B0604020202020204" pitchFamily="34" charset="0"/>
              <a:buChar char="•"/>
              <a:defRPr sz="1400">
                <a:solidFill>
                  <a:srgbClr val="222222"/>
                </a:solidFill>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Monitoring and alerting</a:t>
            </a:r>
          </a:p>
          <a:p>
            <a:r>
              <a:rPr lang="en-US" dirty="0"/>
              <a:t>Check results storage</a:t>
            </a:r>
          </a:p>
          <a:p>
            <a:r>
              <a:rPr lang="en-US" dirty="0"/>
              <a:t>Security/access checks</a:t>
            </a:r>
          </a:p>
          <a:p>
            <a:r>
              <a:rPr lang="en-US" dirty="0"/>
              <a:t>Data cataloging</a:t>
            </a:r>
          </a:p>
          <a:p>
            <a:r>
              <a:rPr lang="en-US" dirty="0"/>
              <a:t>Data lineage</a:t>
            </a:r>
          </a:p>
          <a:p>
            <a:r>
              <a:rPr lang="en-US" dirty="0"/>
              <a:t>DQ reports</a:t>
            </a:r>
          </a:p>
        </p:txBody>
      </p:sp>
    </p:spTree>
    <p:extLst>
      <p:ext uri="{BB962C8B-B14F-4D97-AF65-F5344CB8AC3E}">
        <p14:creationId xmlns:p14="http://schemas.microsoft.com/office/powerpoint/2010/main" val="1563341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a:xfrm>
            <a:off x="480488" y="304800"/>
            <a:ext cx="11235265" cy="402336"/>
          </a:xfrm>
        </p:spPr>
        <p:txBody>
          <a:bodyPr/>
          <a:lstStyle/>
          <a:p>
            <a:r>
              <a:rPr lang="en-US" b="1" dirty="0"/>
              <a:t>Data Quality in Big Data: Checks examples</a:t>
            </a:r>
          </a:p>
        </p:txBody>
      </p:sp>
      <p:pic>
        <p:nvPicPr>
          <p:cNvPr id="2" name="Picture 1" descr="Chart, treemap chart&#10;&#10;Description automatically generated">
            <a:extLst>
              <a:ext uri="{FF2B5EF4-FFF2-40B4-BE49-F238E27FC236}">
                <a16:creationId xmlns:a16="http://schemas.microsoft.com/office/drawing/2014/main" id="{9EFD5C21-D7E6-C6AF-DD2B-FB6683008CBF}"/>
              </a:ext>
            </a:extLst>
          </p:cNvPr>
          <p:cNvPicPr>
            <a:picLocks noChangeAspect="1"/>
          </p:cNvPicPr>
          <p:nvPr/>
        </p:nvPicPr>
        <p:blipFill rotWithShape="1">
          <a:blip r:embed="rId3"/>
          <a:srcRect l="936" t="10938" r="2889" b="4735"/>
          <a:stretch/>
        </p:blipFill>
        <p:spPr>
          <a:xfrm>
            <a:off x="274320" y="1066086"/>
            <a:ext cx="9326880" cy="3200400"/>
          </a:xfrm>
          <a:prstGeom prst="rect">
            <a:avLst/>
          </a:prstGeom>
        </p:spPr>
      </p:pic>
      <p:cxnSp>
        <p:nvCxnSpPr>
          <p:cNvPr id="8" name="Straight Arrow Connector 7">
            <a:extLst>
              <a:ext uri="{FF2B5EF4-FFF2-40B4-BE49-F238E27FC236}">
                <a16:creationId xmlns:a16="http://schemas.microsoft.com/office/drawing/2014/main" id="{F78D8198-5113-DDFC-75B5-019CE955FF95}"/>
              </a:ext>
            </a:extLst>
          </p:cNvPr>
          <p:cNvCxnSpPr>
            <a:cxnSpLocks/>
            <a:stCxn id="18" idx="0"/>
          </p:cNvCxnSpPr>
          <p:nvPr/>
        </p:nvCxnSpPr>
        <p:spPr>
          <a:xfrm flipV="1">
            <a:off x="1442216" y="2870520"/>
            <a:ext cx="1995464" cy="1796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4A5E0F5-5BCC-4130-A65C-908F3E3491D5}"/>
              </a:ext>
            </a:extLst>
          </p:cNvPr>
          <p:cNvCxnSpPr>
            <a:cxnSpLocks/>
            <a:stCxn id="19" idx="0"/>
          </p:cNvCxnSpPr>
          <p:nvPr/>
        </p:nvCxnSpPr>
        <p:spPr>
          <a:xfrm flipV="1">
            <a:off x="4352080" y="2974693"/>
            <a:ext cx="544011" cy="1680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C5C22FD-E0E5-B17C-93F0-AE3AC5C1C142}"/>
              </a:ext>
            </a:extLst>
          </p:cNvPr>
          <p:cNvCxnSpPr>
            <a:cxnSpLocks/>
            <a:stCxn id="20" idx="0"/>
          </p:cNvCxnSpPr>
          <p:nvPr/>
        </p:nvCxnSpPr>
        <p:spPr>
          <a:xfrm flipH="1" flipV="1">
            <a:off x="6199278" y="3154680"/>
            <a:ext cx="4413037" cy="22327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D2E803A-D74A-409A-E3EB-2B44BEA4B308}"/>
              </a:ext>
            </a:extLst>
          </p:cNvPr>
          <p:cNvCxnSpPr>
            <a:cxnSpLocks/>
          </p:cNvCxnSpPr>
          <p:nvPr/>
        </p:nvCxnSpPr>
        <p:spPr>
          <a:xfrm flipH="1" flipV="1">
            <a:off x="8850432" y="4279392"/>
            <a:ext cx="1064792" cy="375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53B593B-9E9A-3B23-3F21-7952FFC1F96B}"/>
              </a:ext>
            </a:extLst>
          </p:cNvPr>
          <p:cNvCxnSpPr>
            <a:cxnSpLocks/>
            <a:stCxn id="21" idx="0"/>
          </p:cNvCxnSpPr>
          <p:nvPr/>
        </p:nvCxnSpPr>
        <p:spPr>
          <a:xfrm flipH="1" flipV="1">
            <a:off x="5810492" y="3703898"/>
            <a:ext cx="1606820" cy="952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52399AF-70B0-7A89-3845-28156A0E7D6B}"/>
              </a:ext>
            </a:extLst>
          </p:cNvPr>
          <p:cNvSpPr txBox="1"/>
          <p:nvPr/>
        </p:nvSpPr>
        <p:spPr>
          <a:xfrm>
            <a:off x="100265" y="4667489"/>
            <a:ext cx="2683901" cy="1736203"/>
          </a:xfrm>
          <a:prstGeom prst="rect">
            <a:avLst/>
          </a:prstGeom>
          <a:solidFill>
            <a:schemeClr val="accent6">
              <a:lumMod val="20000"/>
              <a:lumOff val="80000"/>
            </a:schemeClr>
          </a:solidFill>
          <a:ln w="6350">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t" anchorCtr="0"/>
          <a:lstStyle>
            <a:defPPr>
              <a:defRPr lang="en-US"/>
            </a:defPPr>
            <a:lvl1pPr>
              <a:defRPr sz="751">
                <a:solidFill>
                  <a:schemeClr val="accent4">
                    <a:lumMod val="50000"/>
                  </a:schemeClr>
                </a:solidFill>
                <a:latin typeface="Calibri" panose="020F0502020204030204"/>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285750" indent="-285750">
              <a:buFont typeface="Arial" panose="020B0604020202020204" pitchFamily="34" charset="0"/>
              <a:buChar char="•"/>
            </a:pPr>
            <a:r>
              <a:rPr lang="en-US" sz="1400" dirty="0">
                <a:solidFill>
                  <a:srgbClr val="222222"/>
                </a:solidFill>
                <a:latin typeface="Calibri" panose="020F0502020204030204" pitchFamily="34" charset="0"/>
              </a:rPr>
              <a:t>Correct naming and file formats</a:t>
            </a:r>
          </a:p>
          <a:p>
            <a:pPr marL="285750" indent="-285750">
              <a:buFont typeface="Arial" panose="020B0604020202020204" pitchFamily="34" charset="0"/>
              <a:buChar char="•"/>
            </a:pPr>
            <a:r>
              <a:rPr lang="en-US" sz="1400" dirty="0">
                <a:solidFill>
                  <a:srgbClr val="222222"/>
                </a:solidFill>
                <a:latin typeface="Calibri" panose="020F0502020204030204" pitchFamily="34" charset="0"/>
              </a:rPr>
              <a:t>Correct buckets/tables</a:t>
            </a:r>
          </a:p>
          <a:p>
            <a:pPr marL="285750" indent="-285750">
              <a:buFont typeface="Arial" panose="020B0604020202020204" pitchFamily="34" charset="0"/>
              <a:buChar char="•"/>
            </a:pPr>
            <a:r>
              <a:rPr lang="en-US" sz="1400" dirty="0">
                <a:solidFill>
                  <a:srgbClr val="222222"/>
                </a:solidFill>
                <a:latin typeface="Calibri" panose="020F0502020204030204" pitchFamily="34" charset="0"/>
              </a:rPr>
              <a:t>Timeliness/schedules</a:t>
            </a:r>
          </a:p>
          <a:p>
            <a:pPr marL="285750" indent="-285750">
              <a:buFont typeface="Arial" panose="020B0604020202020204" pitchFamily="34" charset="0"/>
              <a:buChar char="•"/>
            </a:pPr>
            <a:r>
              <a:rPr lang="en-US" sz="1400" dirty="0">
                <a:solidFill>
                  <a:srgbClr val="222222"/>
                </a:solidFill>
                <a:latin typeface="Calibri" panose="020F0502020204030204" pitchFamily="34" charset="0"/>
              </a:rPr>
              <a:t>Expected data profiles: row count threshold, NULLs/blanks count, Uniqueness, max values, etc.</a:t>
            </a:r>
          </a:p>
        </p:txBody>
      </p:sp>
      <p:sp>
        <p:nvSpPr>
          <p:cNvPr id="19" name="TextBox 18">
            <a:extLst>
              <a:ext uri="{FF2B5EF4-FFF2-40B4-BE49-F238E27FC236}">
                <a16:creationId xmlns:a16="http://schemas.microsoft.com/office/drawing/2014/main" id="{092E6975-C078-31A5-9345-24A545748FE8}"/>
              </a:ext>
            </a:extLst>
          </p:cNvPr>
          <p:cNvSpPr txBox="1"/>
          <p:nvPr/>
        </p:nvSpPr>
        <p:spPr>
          <a:xfrm>
            <a:off x="2872659" y="4655006"/>
            <a:ext cx="2958841" cy="1736203"/>
          </a:xfrm>
          <a:prstGeom prst="rect">
            <a:avLst/>
          </a:prstGeom>
          <a:solidFill>
            <a:schemeClr val="accent6">
              <a:lumMod val="20000"/>
              <a:lumOff val="80000"/>
            </a:schemeClr>
          </a:solidFill>
          <a:ln w="6350">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t" anchorCtr="0"/>
          <a:lstStyle>
            <a:defPPr>
              <a:defRPr lang="en-US"/>
            </a:defPPr>
            <a:lvl1pPr marL="285750" indent="-285750">
              <a:buFont typeface="Arial" panose="020B0604020202020204" pitchFamily="34" charset="0"/>
              <a:buChar char="•"/>
              <a:defRPr sz="1400">
                <a:solidFill>
                  <a:srgbClr val="222222"/>
                </a:solidFill>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Same checks as on previous layer</a:t>
            </a:r>
          </a:p>
          <a:p>
            <a:r>
              <a:rPr lang="en-US" dirty="0"/>
              <a:t>Expected schema, no schema drift</a:t>
            </a:r>
          </a:p>
          <a:p>
            <a:r>
              <a:rPr lang="en-US" dirty="0"/>
              <a:t>No duplicates</a:t>
            </a:r>
          </a:p>
          <a:p>
            <a:r>
              <a:rPr lang="en-US" dirty="0"/>
              <a:t>Expected volume: all data from this layer should be on the Raw too</a:t>
            </a:r>
          </a:p>
          <a:p>
            <a:r>
              <a:rPr lang="en-US" dirty="0"/>
              <a:t>Check for outliers &amp; anomalies</a:t>
            </a:r>
          </a:p>
          <a:p>
            <a:r>
              <a:rPr lang="en-US" dirty="0"/>
              <a:t>Expected constraints</a:t>
            </a:r>
          </a:p>
        </p:txBody>
      </p:sp>
      <p:sp>
        <p:nvSpPr>
          <p:cNvPr id="20" name="TextBox 19">
            <a:extLst>
              <a:ext uri="{FF2B5EF4-FFF2-40B4-BE49-F238E27FC236}">
                <a16:creationId xmlns:a16="http://schemas.microsoft.com/office/drawing/2014/main" id="{B9975AE2-708C-BFF2-3DFD-BEC4C2218A4E}"/>
              </a:ext>
            </a:extLst>
          </p:cNvPr>
          <p:cNvSpPr txBox="1"/>
          <p:nvPr/>
        </p:nvSpPr>
        <p:spPr>
          <a:xfrm>
            <a:off x="9132894" y="5387385"/>
            <a:ext cx="2958841" cy="961207"/>
          </a:xfrm>
          <a:prstGeom prst="rect">
            <a:avLst/>
          </a:prstGeom>
          <a:solidFill>
            <a:schemeClr val="accent6">
              <a:lumMod val="20000"/>
              <a:lumOff val="80000"/>
            </a:schemeClr>
          </a:solidFill>
          <a:ln w="6350">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t" anchorCtr="0"/>
          <a:lstStyle>
            <a:defPPr>
              <a:defRPr lang="en-US"/>
            </a:defPPr>
            <a:lvl1pPr marL="285750" indent="-285750">
              <a:buFont typeface="Arial" panose="020B0604020202020204" pitchFamily="34" charset="0"/>
              <a:buChar char="•"/>
              <a:defRPr sz="1400">
                <a:solidFill>
                  <a:srgbClr val="222222"/>
                </a:solidFill>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Same checks as on previous layer</a:t>
            </a:r>
          </a:p>
          <a:p>
            <a:r>
              <a:rPr lang="en-US" dirty="0"/>
              <a:t>Business rules/transformations compliance</a:t>
            </a:r>
          </a:p>
          <a:p>
            <a:r>
              <a:rPr lang="en-US" dirty="0"/>
              <a:t>Consistency (PK, FK, etc.)</a:t>
            </a:r>
          </a:p>
          <a:p>
            <a:endParaRPr lang="en-US" dirty="0"/>
          </a:p>
        </p:txBody>
      </p:sp>
      <p:sp>
        <p:nvSpPr>
          <p:cNvPr id="21" name="TextBox 20">
            <a:extLst>
              <a:ext uri="{FF2B5EF4-FFF2-40B4-BE49-F238E27FC236}">
                <a16:creationId xmlns:a16="http://schemas.microsoft.com/office/drawing/2014/main" id="{DB529F43-E3D1-748C-023D-99F3D8BCDE37}"/>
              </a:ext>
            </a:extLst>
          </p:cNvPr>
          <p:cNvSpPr txBox="1"/>
          <p:nvPr/>
        </p:nvSpPr>
        <p:spPr>
          <a:xfrm>
            <a:off x="5914741" y="4656657"/>
            <a:ext cx="2958841" cy="1385095"/>
          </a:xfrm>
          <a:prstGeom prst="rect">
            <a:avLst/>
          </a:prstGeom>
          <a:solidFill>
            <a:schemeClr val="accent6">
              <a:lumMod val="20000"/>
              <a:lumOff val="80000"/>
            </a:schemeClr>
          </a:solidFill>
          <a:ln w="6350">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t" anchorCtr="0"/>
          <a:lstStyle>
            <a:defPPr>
              <a:defRPr lang="en-US"/>
            </a:defPPr>
            <a:lvl1pPr marL="285750" indent="-285750">
              <a:buFont typeface="Arial" panose="020B0604020202020204" pitchFamily="34" charset="0"/>
              <a:buChar char="•"/>
              <a:defRPr sz="1400">
                <a:solidFill>
                  <a:srgbClr val="222222"/>
                </a:solidFill>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Monitoring and alerting</a:t>
            </a:r>
          </a:p>
          <a:p>
            <a:r>
              <a:rPr lang="en-US" dirty="0"/>
              <a:t>Check results storage</a:t>
            </a:r>
          </a:p>
          <a:p>
            <a:r>
              <a:rPr lang="en-US" dirty="0"/>
              <a:t>Security/access checks</a:t>
            </a:r>
          </a:p>
          <a:p>
            <a:r>
              <a:rPr lang="en-US" dirty="0"/>
              <a:t>Data cataloging</a:t>
            </a:r>
          </a:p>
          <a:p>
            <a:r>
              <a:rPr lang="en-US" dirty="0"/>
              <a:t>Data lineage</a:t>
            </a:r>
          </a:p>
          <a:p>
            <a:r>
              <a:rPr lang="en-US" dirty="0"/>
              <a:t>DQ reports</a:t>
            </a:r>
          </a:p>
        </p:txBody>
      </p:sp>
    </p:spTree>
    <p:extLst>
      <p:ext uri="{BB962C8B-B14F-4D97-AF65-F5344CB8AC3E}">
        <p14:creationId xmlns:p14="http://schemas.microsoft.com/office/powerpoint/2010/main" val="27807718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1743EB-3136-44E4-BB6C-C84A4927E2F1}"/>
              </a:ext>
            </a:extLst>
          </p:cNvPr>
          <p:cNvSpPr>
            <a:spLocks noGrp="1"/>
          </p:cNvSpPr>
          <p:nvPr>
            <p:ph type="title"/>
          </p:nvPr>
        </p:nvSpPr>
        <p:spPr>
          <a:xfrm>
            <a:off x="480488" y="304800"/>
            <a:ext cx="11235265" cy="402336"/>
          </a:xfrm>
        </p:spPr>
        <p:txBody>
          <a:bodyPr/>
          <a:lstStyle/>
          <a:p>
            <a:r>
              <a:rPr lang="en-US" b="1" dirty="0"/>
              <a:t>Data Quality in Big Data: Checks examples</a:t>
            </a:r>
          </a:p>
        </p:txBody>
      </p:sp>
      <p:pic>
        <p:nvPicPr>
          <p:cNvPr id="2" name="Picture 1" descr="Chart, treemap chart&#10;&#10;Description automatically generated">
            <a:extLst>
              <a:ext uri="{FF2B5EF4-FFF2-40B4-BE49-F238E27FC236}">
                <a16:creationId xmlns:a16="http://schemas.microsoft.com/office/drawing/2014/main" id="{9EFD5C21-D7E6-C6AF-DD2B-FB6683008CBF}"/>
              </a:ext>
            </a:extLst>
          </p:cNvPr>
          <p:cNvPicPr>
            <a:picLocks noChangeAspect="1"/>
          </p:cNvPicPr>
          <p:nvPr/>
        </p:nvPicPr>
        <p:blipFill rotWithShape="1">
          <a:blip r:embed="rId3"/>
          <a:srcRect l="936" t="10938" r="2889" b="4735"/>
          <a:stretch/>
        </p:blipFill>
        <p:spPr>
          <a:xfrm>
            <a:off x="274320" y="1066086"/>
            <a:ext cx="9326880" cy="3200400"/>
          </a:xfrm>
          <a:prstGeom prst="rect">
            <a:avLst/>
          </a:prstGeom>
        </p:spPr>
      </p:pic>
      <p:cxnSp>
        <p:nvCxnSpPr>
          <p:cNvPr id="8" name="Straight Arrow Connector 7">
            <a:extLst>
              <a:ext uri="{FF2B5EF4-FFF2-40B4-BE49-F238E27FC236}">
                <a16:creationId xmlns:a16="http://schemas.microsoft.com/office/drawing/2014/main" id="{F78D8198-5113-DDFC-75B5-019CE955FF95}"/>
              </a:ext>
            </a:extLst>
          </p:cNvPr>
          <p:cNvCxnSpPr>
            <a:cxnSpLocks/>
            <a:stCxn id="18" idx="0"/>
          </p:cNvCxnSpPr>
          <p:nvPr/>
        </p:nvCxnSpPr>
        <p:spPr>
          <a:xfrm flipV="1">
            <a:off x="1442216" y="2870520"/>
            <a:ext cx="1995464" cy="1796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4A5E0F5-5BCC-4130-A65C-908F3E3491D5}"/>
              </a:ext>
            </a:extLst>
          </p:cNvPr>
          <p:cNvCxnSpPr>
            <a:cxnSpLocks/>
            <a:stCxn id="19" idx="0"/>
          </p:cNvCxnSpPr>
          <p:nvPr/>
        </p:nvCxnSpPr>
        <p:spPr>
          <a:xfrm flipV="1">
            <a:off x="4352080" y="2974693"/>
            <a:ext cx="544011" cy="1680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C5C22FD-E0E5-B17C-93F0-AE3AC5C1C142}"/>
              </a:ext>
            </a:extLst>
          </p:cNvPr>
          <p:cNvCxnSpPr>
            <a:cxnSpLocks/>
            <a:stCxn id="20" idx="0"/>
          </p:cNvCxnSpPr>
          <p:nvPr/>
        </p:nvCxnSpPr>
        <p:spPr>
          <a:xfrm flipH="1" flipV="1">
            <a:off x="6199278" y="3154680"/>
            <a:ext cx="4413037" cy="22327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D2E803A-D74A-409A-E3EB-2B44BEA4B308}"/>
              </a:ext>
            </a:extLst>
          </p:cNvPr>
          <p:cNvCxnSpPr>
            <a:cxnSpLocks/>
            <a:stCxn id="22" idx="1"/>
          </p:cNvCxnSpPr>
          <p:nvPr/>
        </p:nvCxnSpPr>
        <p:spPr>
          <a:xfrm flipH="1" flipV="1">
            <a:off x="8850432" y="4279392"/>
            <a:ext cx="1064792" cy="375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53B593B-9E9A-3B23-3F21-7952FFC1F96B}"/>
              </a:ext>
            </a:extLst>
          </p:cNvPr>
          <p:cNvCxnSpPr>
            <a:cxnSpLocks/>
            <a:stCxn id="21" idx="0"/>
          </p:cNvCxnSpPr>
          <p:nvPr/>
        </p:nvCxnSpPr>
        <p:spPr>
          <a:xfrm flipH="1" flipV="1">
            <a:off x="5810492" y="3703898"/>
            <a:ext cx="1606820" cy="952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52399AF-70B0-7A89-3845-28156A0E7D6B}"/>
              </a:ext>
            </a:extLst>
          </p:cNvPr>
          <p:cNvSpPr txBox="1"/>
          <p:nvPr/>
        </p:nvSpPr>
        <p:spPr>
          <a:xfrm>
            <a:off x="100265" y="4667489"/>
            <a:ext cx="2683901" cy="1736203"/>
          </a:xfrm>
          <a:prstGeom prst="rect">
            <a:avLst/>
          </a:prstGeom>
          <a:solidFill>
            <a:schemeClr val="accent6">
              <a:lumMod val="20000"/>
              <a:lumOff val="80000"/>
            </a:schemeClr>
          </a:solidFill>
          <a:ln w="6350">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t" anchorCtr="0"/>
          <a:lstStyle>
            <a:defPPr>
              <a:defRPr lang="en-US"/>
            </a:defPPr>
            <a:lvl1pPr>
              <a:defRPr sz="751">
                <a:solidFill>
                  <a:schemeClr val="accent4">
                    <a:lumMod val="50000"/>
                  </a:schemeClr>
                </a:solidFill>
                <a:latin typeface="Calibri" panose="020F0502020204030204"/>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285750" indent="-285750">
              <a:buFont typeface="Arial" panose="020B0604020202020204" pitchFamily="34" charset="0"/>
              <a:buChar char="•"/>
            </a:pPr>
            <a:r>
              <a:rPr lang="en-US" sz="1400" dirty="0">
                <a:solidFill>
                  <a:srgbClr val="222222"/>
                </a:solidFill>
                <a:latin typeface="Calibri" panose="020F0502020204030204" pitchFamily="34" charset="0"/>
              </a:rPr>
              <a:t>Correct naming and file formats</a:t>
            </a:r>
          </a:p>
          <a:p>
            <a:pPr marL="285750" indent="-285750">
              <a:buFont typeface="Arial" panose="020B0604020202020204" pitchFamily="34" charset="0"/>
              <a:buChar char="•"/>
            </a:pPr>
            <a:r>
              <a:rPr lang="en-US" sz="1400" dirty="0">
                <a:solidFill>
                  <a:srgbClr val="222222"/>
                </a:solidFill>
                <a:latin typeface="Calibri" panose="020F0502020204030204" pitchFamily="34" charset="0"/>
              </a:rPr>
              <a:t>Correct buckets/tables</a:t>
            </a:r>
          </a:p>
          <a:p>
            <a:pPr marL="285750" indent="-285750">
              <a:buFont typeface="Arial" panose="020B0604020202020204" pitchFamily="34" charset="0"/>
              <a:buChar char="•"/>
            </a:pPr>
            <a:r>
              <a:rPr lang="en-US" sz="1400" dirty="0">
                <a:solidFill>
                  <a:srgbClr val="222222"/>
                </a:solidFill>
                <a:latin typeface="Calibri" panose="020F0502020204030204" pitchFamily="34" charset="0"/>
              </a:rPr>
              <a:t>Timeliness/schedules</a:t>
            </a:r>
          </a:p>
          <a:p>
            <a:pPr marL="285750" indent="-285750">
              <a:buFont typeface="Arial" panose="020B0604020202020204" pitchFamily="34" charset="0"/>
              <a:buChar char="•"/>
            </a:pPr>
            <a:r>
              <a:rPr lang="en-US" sz="1400" dirty="0">
                <a:solidFill>
                  <a:srgbClr val="222222"/>
                </a:solidFill>
                <a:latin typeface="Calibri" panose="020F0502020204030204" pitchFamily="34" charset="0"/>
              </a:rPr>
              <a:t>Expected data profiles: row count threshold, NULLs/blanks count, Uniqueness, max values, etc.</a:t>
            </a:r>
          </a:p>
        </p:txBody>
      </p:sp>
      <p:sp>
        <p:nvSpPr>
          <p:cNvPr id="19" name="TextBox 18">
            <a:extLst>
              <a:ext uri="{FF2B5EF4-FFF2-40B4-BE49-F238E27FC236}">
                <a16:creationId xmlns:a16="http://schemas.microsoft.com/office/drawing/2014/main" id="{092E6975-C078-31A5-9345-24A545748FE8}"/>
              </a:ext>
            </a:extLst>
          </p:cNvPr>
          <p:cNvSpPr txBox="1"/>
          <p:nvPr/>
        </p:nvSpPr>
        <p:spPr>
          <a:xfrm>
            <a:off x="2872659" y="4655006"/>
            <a:ext cx="2958841" cy="1736203"/>
          </a:xfrm>
          <a:prstGeom prst="rect">
            <a:avLst/>
          </a:prstGeom>
          <a:solidFill>
            <a:schemeClr val="accent6">
              <a:lumMod val="20000"/>
              <a:lumOff val="80000"/>
            </a:schemeClr>
          </a:solidFill>
          <a:ln w="6350">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t" anchorCtr="0"/>
          <a:lstStyle>
            <a:defPPr>
              <a:defRPr lang="en-US"/>
            </a:defPPr>
            <a:lvl1pPr marL="285750" indent="-285750">
              <a:buFont typeface="Arial" panose="020B0604020202020204" pitchFamily="34" charset="0"/>
              <a:buChar char="•"/>
              <a:defRPr sz="1400">
                <a:solidFill>
                  <a:srgbClr val="222222"/>
                </a:solidFill>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Same checks as on previous layer</a:t>
            </a:r>
          </a:p>
          <a:p>
            <a:r>
              <a:rPr lang="en-US" dirty="0"/>
              <a:t>Expected schema, no schema drift</a:t>
            </a:r>
          </a:p>
          <a:p>
            <a:r>
              <a:rPr lang="en-US" dirty="0"/>
              <a:t>No duplicates</a:t>
            </a:r>
          </a:p>
          <a:p>
            <a:r>
              <a:rPr lang="en-US" dirty="0"/>
              <a:t>Expected volume: all data from this layer should be on the Raw too</a:t>
            </a:r>
          </a:p>
          <a:p>
            <a:r>
              <a:rPr lang="en-US" dirty="0"/>
              <a:t>Check for outliers &amp; anomalies</a:t>
            </a:r>
          </a:p>
          <a:p>
            <a:r>
              <a:rPr lang="en-US" dirty="0"/>
              <a:t>Expected constraints</a:t>
            </a:r>
          </a:p>
        </p:txBody>
      </p:sp>
      <p:sp>
        <p:nvSpPr>
          <p:cNvPr id="20" name="TextBox 19">
            <a:extLst>
              <a:ext uri="{FF2B5EF4-FFF2-40B4-BE49-F238E27FC236}">
                <a16:creationId xmlns:a16="http://schemas.microsoft.com/office/drawing/2014/main" id="{B9975AE2-708C-BFF2-3DFD-BEC4C2218A4E}"/>
              </a:ext>
            </a:extLst>
          </p:cNvPr>
          <p:cNvSpPr txBox="1"/>
          <p:nvPr/>
        </p:nvSpPr>
        <p:spPr>
          <a:xfrm>
            <a:off x="9132894" y="5387385"/>
            <a:ext cx="2958841" cy="961207"/>
          </a:xfrm>
          <a:prstGeom prst="rect">
            <a:avLst/>
          </a:prstGeom>
          <a:solidFill>
            <a:schemeClr val="accent6">
              <a:lumMod val="20000"/>
              <a:lumOff val="80000"/>
            </a:schemeClr>
          </a:solidFill>
          <a:ln w="6350">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t" anchorCtr="0"/>
          <a:lstStyle>
            <a:defPPr>
              <a:defRPr lang="en-US"/>
            </a:defPPr>
            <a:lvl1pPr marL="285750" indent="-285750">
              <a:buFont typeface="Arial" panose="020B0604020202020204" pitchFamily="34" charset="0"/>
              <a:buChar char="•"/>
              <a:defRPr sz="1400">
                <a:solidFill>
                  <a:srgbClr val="222222"/>
                </a:solidFill>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Same checks as on previous layer</a:t>
            </a:r>
          </a:p>
          <a:p>
            <a:r>
              <a:rPr lang="en-US" dirty="0"/>
              <a:t>Business rules/transformations compliance</a:t>
            </a:r>
          </a:p>
          <a:p>
            <a:r>
              <a:rPr lang="en-US" dirty="0"/>
              <a:t>Consistency (PK, FK, etc.)</a:t>
            </a:r>
          </a:p>
          <a:p>
            <a:endParaRPr lang="en-US" dirty="0"/>
          </a:p>
        </p:txBody>
      </p:sp>
      <p:sp>
        <p:nvSpPr>
          <p:cNvPr id="21" name="TextBox 20">
            <a:extLst>
              <a:ext uri="{FF2B5EF4-FFF2-40B4-BE49-F238E27FC236}">
                <a16:creationId xmlns:a16="http://schemas.microsoft.com/office/drawing/2014/main" id="{DB529F43-E3D1-748C-023D-99F3D8BCDE37}"/>
              </a:ext>
            </a:extLst>
          </p:cNvPr>
          <p:cNvSpPr txBox="1"/>
          <p:nvPr/>
        </p:nvSpPr>
        <p:spPr>
          <a:xfrm>
            <a:off x="5914741" y="4656657"/>
            <a:ext cx="2958841" cy="1385095"/>
          </a:xfrm>
          <a:prstGeom prst="rect">
            <a:avLst/>
          </a:prstGeom>
          <a:solidFill>
            <a:schemeClr val="accent6">
              <a:lumMod val="20000"/>
              <a:lumOff val="80000"/>
            </a:schemeClr>
          </a:solidFill>
          <a:ln w="6350">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t" anchorCtr="0"/>
          <a:lstStyle>
            <a:defPPr>
              <a:defRPr lang="en-US"/>
            </a:defPPr>
            <a:lvl1pPr marL="285750" indent="-285750">
              <a:buFont typeface="Arial" panose="020B0604020202020204" pitchFamily="34" charset="0"/>
              <a:buChar char="•"/>
              <a:defRPr sz="1400">
                <a:solidFill>
                  <a:srgbClr val="222222"/>
                </a:solidFill>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Monitoring and alerting</a:t>
            </a:r>
          </a:p>
          <a:p>
            <a:r>
              <a:rPr lang="en-US" dirty="0"/>
              <a:t>Check results storage</a:t>
            </a:r>
          </a:p>
          <a:p>
            <a:r>
              <a:rPr lang="en-US" dirty="0"/>
              <a:t>Security/access checks</a:t>
            </a:r>
          </a:p>
          <a:p>
            <a:r>
              <a:rPr lang="en-US" dirty="0"/>
              <a:t>Data cataloging</a:t>
            </a:r>
          </a:p>
          <a:p>
            <a:r>
              <a:rPr lang="en-US" dirty="0"/>
              <a:t>Data lineage</a:t>
            </a:r>
          </a:p>
          <a:p>
            <a:r>
              <a:rPr lang="en-US" dirty="0"/>
              <a:t>DQ reports</a:t>
            </a:r>
          </a:p>
        </p:txBody>
      </p:sp>
      <p:sp>
        <p:nvSpPr>
          <p:cNvPr id="22" name="TextBox 21">
            <a:extLst>
              <a:ext uri="{FF2B5EF4-FFF2-40B4-BE49-F238E27FC236}">
                <a16:creationId xmlns:a16="http://schemas.microsoft.com/office/drawing/2014/main" id="{F30993B0-8952-BB7B-4D1C-9EB527A640FE}"/>
              </a:ext>
            </a:extLst>
          </p:cNvPr>
          <p:cNvSpPr txBox="1"/>
          <p:nvPr/>
        </p:nvSpPr>
        <p:spPr>
          <a:xfrm>
            <a:off x="9915224" y="4388788"/>
            <a:ext cx="2132339" cy="532435"/>
          </a:xfrm>
          <a:prstGeom prst="rect">
            <a:avLst/>
          </a:prstGeom>
          <a:solidFill>
            <a:schemeClr val="accent6">
              <a:lumMod val="20000"/>
              <a:lumOff val="80000"/>
            </a:schemeClr>
          </a:solidFill>
          <a:ln w="6350">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t" anchorCtr="0"/>
          <a:lstStyle>
            <a:defPPr>
              <a:defRPr lang="en-US"/>
            </a:defPPr>
            <a:lvl1pPr marL="285750" indent="-285750">
              <a:buFont typeface="Arial" panose="020B0604020202020204" pitchFamily="34" charset="0"/>
              <a:buChar char="•"/>
              <a:defRPr sz="1400">
                <a:solidFill>
                  <a:srgbClr val="222222"/>
                </a:solidFill>
                <a:latin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BI Reports checks</a:t>
            </a:r>
          </a:p>
          <a:p>
            <a:r>
              <a:rPr lang="en-US" dirty="0"/>
              <a:t>AI/ML-related checks</a:t>
            </a:r>
          </a:p>
          <a:p>
            <a:endParaRPr lang="en-US" dirty="0"/>
          </a:p>
        </p:txBody>
      </p:sp>
    </p:spTree>
    <p:extLst>
      <p:ext uri="{BB962C8B-B14F-4D97-AF65-F5344CB8AC3E}">
        <p14:creationId xmlns:p14="http://schemas.microsoft.com/office/powerpoint/2010/main" val="35625830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1021" y="2481048"/>
            <a:ext cx="5754624" cy="1895904"/>
          </a:xfrm>
        </p:spPr>
        <p:txBody>
          <a:bodyPr/>
          <a:lstStyle/>
          <a:p>
            <a:r>
              <a:rPr lang="en-US" sz="8800" b="1" dirty="0"/>
              <a:t>Q &amp; A</a:t>
            </a:r>
          </a:p>
        </p:txBody>
      </p:sp>
    </p:spTree>
    <p:extLst>
      <p:ext uri="{BB962C8B-B14F-4D97-AF65-F5344CB8AC3E}">
        <p14:creationId xmlns:p14="http://schemas.microsoft.com/office/powerpoint/2010/main" val="2018930864"/>
      </p:ext>
    </p:extLst>
  </p:cSld>
  <p:clrMapOvr>
    <a:masterClrMapping/>
  </p:clrMapOvr>
</p:sld>
</file>

<file path=ppt/theme/theme1.xml><?xml version="1.0" encoding="utf-8"?>
<a:theme xmlns:a="http://schemas.openxmlformats.org/drawingml/2006/main" name="Custom Design">
  <a:themeElements>
    <a:clrScheme name="EPAM">
      <a:dk1>
        <a:srgbClr val="464547"/>
      </a:dk1>
      <a:lt1>
        <a:sysClr val="window" lastClr="FFFFFF"/>
      </a:lt1>
      <a:dk2>
        <a:srgbClr val="666666"/>
      </a:dk2>
      <a:lt2>
        <a:srgbClr val="999999"/>
      </a:lt2>
      <a:accent1>
        <a:srgbClr val="CCCCCC"/>
      </a:accent1>
      <a:accent2>
        <a:srgbClr val="39C2D7"/>
      </a:accent2>
      <a:accent3>
        <a:srgbClr val="1A9CB0"/>
      </a:accent3>
      <a:accent4>
        <a:srgbClr val="A3C644"/>
      </a:accent4>
      <a:accent5>
        <a:srgbClr val="7F993A"/>
      </a:accent5>
      <a:accent6>
        <a:srgbClr val="B22746"/>
      </a:accent6>
      <a:hlink>
        <a:srgbClr val="FFFFFF"/>
      </a:hlink>
      <a:folHlink>
        <a:srgbClr val="FFFFFF"/>
      </a:folHlink>
    </a:clrScheme>
    <a:fontScheme name="Revolution">
      <a:majorFont>
        <a:latin typeface="Trebuchet MS"/>
        <a:ea typeface=""/>
        <a:cs typeface=""/>
        <a:font script="Jpan" typeface="ＭＳ ゴシック"/>
        <a:font script="Hans" typeface="宋体"/>
        <a:font script="Hant" typeface="新細明體"/>
      </a:majorFont>
      <a:minorFont>
        <a:latin typeface="Trebuchet MS"/>
        <a:ea typeface=""/>
        <a:cs typeface=""/>
        <a:font script="Jpan" typeface="ＭＳ ゴシック"/>
        <a:font script="Hans" typeface="宋体"/>
        <a:font script="Hant" typeface="新細明體"/>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overs">
  <a:themeElements>
    <a:clrScheme name="Custom 6">
      <a:dk1>
        <a:srgbClr val="222222"/>
      </a:dk1>
      <a:lt1>
        <a:srgbClr val="FFFFFF"/>
      </a:lt1>
      <a:dk2>
        <a:srgbClr val="464547"/>
      </a:dk2>
      <a:lt2>
        <a:srgbClr val="CCCCCC"/>
      </a:lt2>
      <a:accent1>
        <a:srgbClr val="464547"/>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740A320D-646C-4C12-89B1-0B127236B0F7}"/>
    </a:ext>
  </a:extLst>
</a:theme>
</file>

<file path=ppt/theme/theme3.xml><?xml version="1.0" encoding="utf-8"?>
<a:theme xmlns:a="http://schemas.openxmlformats.org/drawingml/2006/main" name="2_EPAM1">
  <a:themeElements>
    <a:clrScheme name="Custom 6">
      <a:dk1>
        <a:srgbClr val="222222"/>
      </a:dk1>
      <a:lt1>
        <a:srgbClr val="FFFFFF"/>
      </a:lt1>
      <a:dk2>
        <a:srgbClr val="464547"/>
      </a:dk2>
      <a:lt2>
        <a:srgbClr val="CCCCCC"/>
      </a:lt2>
      <a:accent1>
        <a:srgbClr val="464547"/>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1" id="{3043812C-3783-4862-B875-B3690480E19A}" vid="{FD22F7D5-DBED-44CA-80F0-2780F71C6B15}"/>
    </a:ext>
  </a:extLst>
</a:theme>
</file>

<file path=ppt/theme/theme4.xml><?xml version="1.0" encoding="utf-8"?>
<a:theme xmlns:a="http://schemas.openxmlformats.org/drawingml/2006/main" name="Theme1">
  <a:themeElements>
    <a:clrScheme name="Custom 6">
      <a:dk1>
        <a:srgbClr val="222222"/>
      </a:dk1>
      <a:lt1>
        <a:srgbClr val="FFFFFF"/>
      </a:lt1>
      <a:dk2>
        <a:srgbClr val="464547"/>
      </a:dk2>
      <a:lt2>
        <a:srgbClr val="CCCCCC"/>
      </a:lt2>
      <a:accent1>
        <a:srgbClr val="464547"/>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B1030E66-D622-4A2C-A780-E8D0C5A75002}" vid="{EF2DDD0D-6367-4D3B-9AC8-9338D6E343E6}"/>
    </a:ext>
  </a:extLst>
</a:theme>
</file>

<file path=ppt/theme/theme5.xml><?xml version="1.0" encoding="utf-8"?>
<a:theme xmlns:a="http://schemas.openxmlformats.org/drawingml/2006/main" name="General">
  <a:themeElements>
    <a:clrScheme name="Custom 7">
      <a:dk1>
        <a:srgbClr val="222222"/>
      </a:dk1>
      <a:lt1>
        <a:srgbClr val="FFFFFF"/>
      </a:lt1>
      <a:dk2>
        <a:srgbClr val="464547"/>
      </a:dk2>
      <a:lt2>
        <a:srgbClr val="CCCCCC"/>
      </a:lt2>
      <a:accent1>
        <a:srgbClr val="222222"/>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5C4EAAF8-284D-4A65-B20F-C47DE8AC2658}"/>
    </a:ext>
  </a:extLst>
</a:theme>
</file>

<file path=ppt/theme/theme6.xml><?xml version="1.0" encoding="utf-8"?>
<a:theme xmlns:a="http://schemas.openxmlformats.org/drawingml/2006/main" name="Breakers">
  <a:themeElements>
    <a:clrScheme name="Custom 8">
      <a:dk1>
        <a:srgbClr val="222222"/>
      </a:dk1>
      <a:lt1>
        <a:srgbClr val="FFFFFF"/>
      </a:lt1>
      <a:dk2>
        <a:srgbClr val="464547"/>
      </a:dk2>
      <a:lt2>
        <a:srgbClr val="CCCCCC"/>
      </a:lt2>
      <a:accent1>
        <a:srgbClr val="222222"/>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67367244-F583-44E6-8F01-4BEACD686630}"/>
    </a:ext>
  </a:extLst>
</a:theme>
</file>

<file path=ppt/theme/theme7.xml><?xml version="1.0" encoding="utf-8"?>
<a:theme xmlns:a="http://schemas.openxmlformats.org/drawingml/2006/main" name="1_Covers">
  <a:themeElements>
    <a:clrScheme name="Custom 6">
      <a:dk1>
        <a:srgbClr val="222222"/>
      </a:dk1>
      <a:lt1>
        <a:srgbClr val="FFFFFF"/>
      </a:lt1>
      <a:dk2>
        <a:srgbClr val="464547"/>
      </a:dk2>
      <a:lt2>
        <a:srgbClr val="CCCCCC"/>
      </a:lt2>
      <a:accent1>
        <a:srgbClr val="464547"/>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740A320D-646C-4C12-89B1-0B127236B0F7}"/>
    </a:ext>
  </a:extLst>
</a:theme>
</file>

<file path=ppt/theme/theme8.xml><?xml version="1.0" encoding="utf-8"?>
<a:theme xmlns:a="http://schemas.openxmlformats.org/drawingml/2006/main" name="3_EPAM1">
  <a:themeElements>
    <a:clrScheme name="Custom 6">
      <a:dk1>
        <a:srgbClr val="222222"/>
      </a:dk1>
      <a:lt1>
        <a:srgbClr val="FFFFFF"/>
      </a:lt1>
      <a:dk2>
        <a:srgbClr val="464547"/>
      </a:dk2>
      <a:lt2>
        <a:srgbClr val="CCCCCC"/>
      </a:lt2>
      <a:accent1>
        <a:srgbClr val="464547"/>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1" id="{3043812C-3783-4862-B875-B3690480E19A}" vid="{FD22F7D5-DBED-44CA-80F0-2780F71C6B15}"/>
    </a:ext>
  </a:extLst>
</a:theme>
</file>

<file path=ppt/theme/theme9.xml><?xml version="1.0" encoding="utf-8"?>
<a:theme xmlns:a="http://schemas.openxmlformats.org/drawingml/2006/main" name="1_Theme1">
  <a:themeElements>
    <a:clrScheme name="Custom 6">
      <a:dk1>
        <a:srgbClr val="222222"/>
      </a:dk1>
      <a:lt1>
        <a:srgbClr val="FFFFFF"/>
      </a:lt1>
      <a:dk2>
        <a:srgbClr val="464547"/>
      </a:dk2>
      <a:lt2>
        <a:srgbClr val="CCCCCC"/>
      </a:lt2>
      <a:accent1>
        <a:srgbClr val="464547"/>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B1030E66-D622-4A2C-A780-E8D0C5A75002}" vid="{EF2DDD0D-6367-4D3B-9AC8-9338D6E343E6}"/>
    </a:ext>
  </a:extLst>
</a:theme>
</file>

<file path=ppt/theme/theme10.xml><?xml version="1.0" encoding="utf-8"?>
<a:theme xmlns:a="http://schemas.openxmlformats.org/drawingml/2006/main" name="1_General">
  <a:themeElements>
    <a:clrScheme name="Custom 7">
      <a:dk1>
        <a:srgbClr val="222222"/>
      </a:dk1>
      <a:lt1>
        <a:srgbClr val="FFFFFF"/>
      </a:lt1>
      <a:dk2>
        <a:srgbClr val="464547"/>
      </a:dk2>
      <a:lt2>
        <a:srgbClr val="CCCCCC"/>
      </a:lt2>
      <a:accent1>
        <a:srgbClr val="222222"/>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5C4EAAF8-284D-4A65-B20F-C47DE8AC2658}"/>
    </a:ext>
  </a:extLst>
</a:theme>
</file>

<file path=ppt/theme/theme11.xml><?xml version="1.0" encoding="utf-8"?>
<a:theme xmlns:a="http://schemas.openxmlformats.org/drawingml/2006/main" name="1_Breakers">
  <a:themeElements>
    <a:clrScheme name="Custom 8">
      <a:dk1>
        <a:srgbClr val="222222"/>
      </a:dk1>
      <a:lt1>
        <a:srgbClr val="FFFFFF"/>
      </a:lt1>
      <a:dk2>
        <a:srgbClr val="464547"/>
      </a:dk2>
      <a:lt2>
        <a:srgbClr val="CCCCCC"/>
      </a:lt2>
      <a:accent1>
        <a:srgbClr val="222222"/>
      </a:accent1>
      <a:accent2>
        <a:srgbClr val="76CDD8"/>
      </a:accent2>
      <a:accent3>
        <a:srgbClr val="008ACF"/>
      </a:accent3>
      <a:accent4>
        <a:srgbClr val="CEDB56"/>
      </a:accent4>
      <a:accent5>
        <a:srgbClr val="39C2D7"/>
      </a:accent5>
      <a:accent6>
        <a:srgbClr val="D35D47"/>
      </a:accent6>
      <a:hlink>
        <a:srgbClr val="76CDD8"/>
      </a:hlink>
      <a:folHlink>
        <a:srgbClr val="76CDD8"/>
      </a:folHlink>
    </a:clrScheme>
    <a:fontScheme name="EPAM September 2017 - PPT">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PAM PPTX Template" id="{07F0FB55-CFFA-47CA-99A0-A77E3213ACA6}" vid="{67367244-F583-44E6-8F01-4BEACD686630}"/>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F54897E54BA54408664CA011F7489F6" ma:contentTypeVersion="12" ma:contentTypeDescription="Create a new document." ma:contentTypeScope="" ma:versionID="a27d6dbaf3b81e28f02b064b4ca79c10">
  <xsd:schema xmlns:xsd="http://www.w3.org/2001/XMLSchema" xmlns:xs="http://www.w3.org/2001/XMLSchema" xmlns:p="http://schemas.microsoft.com/office/2006/metadata/properties" xmlns:ns2="59158387-0b2d-4d97-a983-e5561f7f08d0" xmlns:ns3="55af1afe-24e9-4d9e-8b54-53f2032f41af" targetNamespace="http://schemas.microsoft.com/office/2006/metadata/properties" ma:root="true" ma:fieldsID="37183ce83897060e9ae3fdc6567d7fdd" ns2:_="" ns3:_="">
    <xsd:import namespace="59158387-0b2d-4d97-a983-e5561f7f08d0"/>
    <xsd:import namespace="55af1afe-24e9-4d9e-8b54-53f2032f41a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AutoKeyPoints" minOccurs="0"/>
                <xsd:element ref="ns2:MediaServiceKeyPoint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158387-0b2d-4d97-a983-e5561f7f08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5af1afe-24e9-4d9e-8b54-53f2032f41a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55af1afe-24e9-4d9e-8b54-53f2032f41af">
      <UserInfo>
        <DisplayName/>
        <AccountId xsi:nil="true"/>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FF770D8-6CB3-4820-85EC-5BDC50DA6453}">
  <ds:schemaRefs>
    <ds:schemaRef ds:uri="55af1afe-24e9-4d9e-8b54-53f2032f41af"/>
    <ds:schemaRef ds:uri="59158387-0b2d-4d97-a983-e5561f7f08d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5E3C081-4081-47AD-A9A6-9F18F525DA1D}">
  <ds:schemaRefs>
    <ds:schemaRef ds:uri="55af1afe-24e9-4d9e-8b54-53f2032f41af"/>
    <ds:schemaRef ds:uri="59158387-0b2d-4d97-a983-e5561f7f08d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4883F0F-DE57-4ECA-B9BB-F22E8C5B5D8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81479</TotalTime>
  <Words>2633</Words>
  <Application>Microsoft Office PowerPoint</Application>
  <PresentationFormat>Widescreen</PresentationFormat>
  <Paragraphs>323</Paragraphs>
  <Slides>35</Slides>
  <Notes>22</Notes>
  <HiddenSlides>0</HiddenSlides>
  <MMClips>0</MMClips>
  <ScaleCrop>false</ScaleCrop>
  <HeadingPairs>
    <vt:vector size="4" baseType="variant">
      <vt:variant>
        <vt:lpstr>Theme</vt:lpstr>
      </vt:variant>
      <vt:variant>
        <vt:i4>11</vt:i4>
      </vt:variant>
      <vt:variant>
        <vt:lpstr>Slide Titles</vt:lpstr>
      </vt:variant>
      <vt:variant>
        <vt:i4>35</vt:i4>
      </vt:variant>
    </vt:vector>
  </HeadingPairs>
  <TitlesOfParts>
    <vt:vector size="46" baseType="lpstr">
      <vt:lpstr>Custom Design</vt:lpstr>
      <vt:lpstr>Covers</vt:lpstr>
      <vt:lpstr>2_EPAM1</vt:lpstr>
      <vt:lpstr>Theme1</vt:lpstr>
      <vt:lpstr>General</vt:lpstr>
      <vt:lpstr>Breakers</vt:lpstr>
      <vt:lpstr>1_Covers</vt:lpstr>
      <vt:lpstr>3_EPAM1</vt:lpstr>
      <vt:lpstr>1_Theme1</vt:lpstr>
      <vt:lpstr>1_General</vt:lpstr>
      <vt:lpstr>1_Breakers</vt:lpstr>
      <vt:lpstr>Data Quality</vt:lpstr>
      <vt:lpstr>Agenda</vt:lpstr>
      <vt:lpstr>PowerPoint Presentation</vt:lpstr>
      <vt:lpstr>What is Big Data (Vs and approaches)</vt:lpstr>
      <vt:lpstr>PowerPoint Presentation</vt:lpstr>
      <vt:lpstr>Big Data architecture: Why do we need it besides DWH?  </vt:lpstr>
      <vt:lpstr>Big Data architecture: Why do we need something besides DWH?  </vt:lpstr>
      <vt:lpstr>Big Data architecture: Data Lake</vt:lpstr>
      <vt:lpstr>Big Data architecture: Challenges</vt:lpstr>
      <vt:lpstr>Big Data architecture: Lakehouse</vt:lpstr>
      <vt:lpstr>Big Data architecture: Lakehouse</vt:lpstr>
      <vt:lpstr>PowerPoint Presentation</vt:lpstr>
      <vt:lpstr>Why so fast? Map-Reduce, optimization techniques</vt:lpstr>
      <vt:lpstr>Why so fast? Map-Reduce, optimization techniques</vt:lpstr>
      <vt:lpstr>PowerPoint Presentation</vt:lpstr>
      <vt:lpstr>Special file types</vt:lpstr>
      <vt:lpstr>Special file types: Parquet</vt:lpstr>
      <vt:lpstr>Special file types: Avro</vt:lpstr>
      <vt:lpstr>Special file types: ORC</vt:lpstr>
      <vt:lpstr>Special file types: CSV, JSON, etc.</vt:lpstr>
      <vt:lpstr>PowerPoint Presentation</vt:lpstr>
      <vt:lpstr>Batching/Streaming</vt:lpstr>
      <vt:lpstr>Streaming architecture</vt:lpstr>
      <vt:lpstr>PowerPoint Presentation</vt:lpstr>
      <vt:lpstr>Big Data tools</vt:lpstr>
      <vt:lpstr>Data tools</vt:lpstr>
      <vt:lpstr>PowerPoint Presentation</vt:lpstr>
      <vt:lpstr>Data Quality in Big Data: Why and how?</vt:lpstr>
      <vt:lpstr>Data Quality in Big Data: Checks examples</vt:lpstr>
      <vt:lpstr>Data Quality in Big Data: Checks examples</vt:lpstr>
      <vt:lpstr>Data Quality in Big Data: Checks examples</vt:lpstr>
      <vt:lpstr>Data Quality in Big Data: Checks examples</vt:lpstr>
      <vt:lpstr>Data Quality in Big Data: Checks examples</vt:lpstr>
      <vt:lpstr>Data Quality in Big Data: Checks examples</vt:lpstr>
      <vt:lpstr>Q &amp; A</vt:lpstr>
    </vt:vector>
  </TitlesOfParts>
  <Company>EPAM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orgmarketingbrandbaselineteam@epam.com</dc:creator>
  <cp:lastModifiedBy>Valentin Tarasov</cp:lastModifiedBy>
  <cp:revision>1152</cp:revision>
  <cp:lastPrinted>2014-07-09T13:30:36Z</cp:lastPrinted>
  <dcterms:created xsi:type="dcterms:W3CDTF">2014-07-08T13:27:24Z</dcterms:created>
  <dcterms:modified xsi:type="dcterms:W3CDTF">2023-05-03T09:54:10Z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0x0101002F54897E54BA54408664CA011F7489F6</vt:lpwstr>
  </property>
  <property fmtid="{D5CDD505-2E9C-101B-9397-08002B2CF9AE}" pid="3" name="Order">
    <vt:r8>631400</vt:r8>
  </property>
  <property fmtid="{D5CDD505-2E9C-101B-9397-08002B2CF9AE}" pid="4" name="ComplianceAssetId">
    <vt:lpwstr/>
  </property>
</Properties>
</file>